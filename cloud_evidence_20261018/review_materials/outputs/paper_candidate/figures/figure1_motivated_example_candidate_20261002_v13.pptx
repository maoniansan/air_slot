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C97D4-C6FC-EF55-A142-AD0B4B11C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3" y="530264"/>
            <a:ext cx="4860131" cy="1128031"/>
          </a:xfrm>
        </p:spPr>
        <p:txBody>
          <a:bodyPr anchor="b"/>
          <a:lstStyle>
            <a:lvl1pPr algn="ctr"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F77119-B3CB-1C40-DA54-865BF51DD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3" y="1701796"/>
            <a:ext cx="4860131" cy="782271"/>
          </a:xfrm>
        </p:spPr>
        <p:txBody>
          <a:bodyPr/>
          <a:lstStyle>
            <a:lvl1pPr marL="0" indent="0" algn="ctr">
              <a:buNone/>
              <a:defRPr sz="603"/>
            </a:lvl1pPr>
            <a:lvl2pPr marL="114818" indent="0" algn="ctr">
              <a:buNone/>
              <a:defRPr sz="502"/>
            </a:lvl2pPr>
            <a:lvl3pPr marL="229637" indent="0" algn="ctr">
              <a:buNone/>
              <a:defRPr sz="452"/>
            </a:lvl3pPr>
            <a:lvl4pPr marL="344455" indent="0" algn="ctr">
              <a:buNone/>
              <a:defRPr sz="402"/>
            </a:lvl4pPr>
            <a:lvl5pPr marL="459273" indent="0" algn="ctr">
              <a:buNone/>
              <a:defRPr sz="402"/>
            </a:lvl5pPr>
            <a:lvl6pPr marL="574092" indent="0" algn="ctr">
              <a:buNone/>
              <a:defRPr sz="402"/>
            </a:lvl6pPr>
            <a:lvl7pPr marL="688910" indent="0" algn="ctr">
              <a:buNone/>
              <a:defRPr sz="402"/>
            </a:lvl7pPr>
            <a:lvl8pPr marL="803729" indent="0" algn="ctr">
              <a:buNone/>
              <a:defRPr sz="402"/>
            </a:lvl8pPr>
            <a:lvl9pPr marL="918547" indent="0" algn="ctr">
              <a:buNone/>
              <a:defRPr sz="40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545C6-7203-8379-3A5C-FE68A444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1AC1E-4B4C-2DF7-A538-729C8014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3F6A1-5E40-4272-EF10-352E2C42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08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33D1B-921F-43A2-F1F5-58E53FED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E4392-834C-21BA-BA5A-CE433254D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00DC8-D351-0C60-9A6D-52D628BB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7546D-498C-C9FB-3FED-3F96712D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028F8-6018-284E-166D-209CED47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00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C5593-9B00-7E03-4596-281B738D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8" y="807773"/>
            <a:ext cx="5589151" cy="1347786"/>
          </a:xfrm>
        </p:spPr>
        <p:txBody>
          <a:bodyPr anchor="b"/>
          <a:lstStyle>
            <a:lvl1pPr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7965AE-59D7-6E41-3CC7-67A37B884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8" y="2168310"/>
            <a:ext cx="5589151" cy="708769"/>
          </a:xfrm>
        </p:spPr>
        <p:txBody>
          <a:bodyPr/>
          <a:lstStyle>
            <a:lvl1pPr marL="0" indent="0">
              <a:buNone/>
              <a:defRPr sz="603">
                <a:solidFill>
                  <a:schemeClr val="tx1">
                    <a:tint val="75000"/>
                  </a:schemeClr>
                </a:solidFill>
              </a:defRPr>
            </a:lvl1pPr>
            <a:lvl2pPr marL="114818" indent="0">
              <a:buNone/>
              <a:defRPr sz="502">
                <a:solidFill>
                  <a:schemeClr val="tx1">
                    <a:tint val="75000"/>
                  </a:schemeClr>
                </a:solidFill>
              </a:defRPr>
            </a:lvl2pPr>
            <a:lvl3pPr marL="229637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3pPr>
            <a:lvl4pPr marL="344455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4pPr>
            <a:lvl5pPr marL="459273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5pPr>
            <a:lvl6pPr marL="574092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6pPr>
            <a:lvl7pPr marL="688910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7pPr>
            <a:lvl8pPr marL="803729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8pPr>
            <a:lvl9pPr marL="918547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9050F-7F86-98AE-1529-B493163D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25DF95-4B68-E944-BE20-2EDD235B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F7A487-B2FC-E47A-773C-B31C8965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79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A9C84-57EE-7E6B-ABBF-C0401EA9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EC211-E692-25BF-32D0-022F128C3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CD9673-64C2-A829-3450-61799E7F7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85CDA1-077A-C1A7-D484-3433563E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A6BEC3-592F-666A-011D-3571219EE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92F956-F1C9-4DDA-7B6B-CD58CA87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9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CEC63-55E5-451D-D583-3D532805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172506"/>
            <a:ext cx="5589151" cy="62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98D43-259F-C397-653D-9EB4EF5D1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794272"/>
            <a:ext cx="27414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73C2F8-1210-395B-4881-02E27ED5C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1183532"/>
            <a:ext cx="27414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4B03AA-A156-417A-D4BC-23EC39B98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794272"/>
            <a:ext cx="27549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279663-294D-AFDB-B960-0397DB000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1183532"/>
            <a:ext cx="27549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220D60-0072-ACCB-8C03-A945234D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AB171F-927A-FFF9-ADA1-32CD404E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84DA98-D1F9-1151-4EDF-30DCF0A4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66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28792-203D-3E3E-75F7-46AA0C64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5059C2-65E0-5CA9-C5F8-E0B3A86B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0A754A-3FBE-73C2-3E82-07F42F50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E077CF-134B-E51C-7E6E-64AE2443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76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25F2B4-659A-BC8A-190D-487102DD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10788B-D706-E76B-384A-6F5CBF19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C36A5-F83B-2819-3EBD-65F4FB56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07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8207F-EA3E-B557-A0C3-5F01C08B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8B68EA-859D-62C8-51BC-B4475A18A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>
              <a:defRPr sz="804"/>
            </a:lvl1pPr>
            <a:lvl2pPr>
              <a:defRPr sz="703"/>
            </a:lvl2pPr>
            <a:lvl3pPr>
              <a:defRPr sz="603"/>
            </a:lvl3pPr>
            <a:lvl4pPr>
              <a:defRPr sz="502"/>
            </a:lvl4pPr>
            <a:lvl5pPr>
              <a:defRPr sz="502"/>
            </a:lvl5pPr>
            <a:lvl6pPr>
              <a:defRPr sz="502"/>
            </a:lvl6pPr>
            <a:lvl7pPr>
              <a:defRPr sz="502"/>
            </a:lvl7pPr>
            <a:lvl8pPr>
              <a:defRPr sz="502"/>
            </a:lvl8pPr>
            <a:lvl9pPr>
              <a:defRPr sz="5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1536F9-4B95-4BC9-5ED6-8DA627A9A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12476-AE67-6262-F60A-A66DB6DF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718AB6-AF7C-250E-87CF-828DFF61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312A99-CFCF-E3FC-888B-6340B935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66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079AA-E697-1131-9E69-1A09B0F9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7D9CF2-4C54-404C-F55C-228BE53E1E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 marL="0" indent="0">
              <a:buNone/>
              <a:defRPr sz="804"/>
            </a:lvl1pPr>
            <a:lvl2pPr marL="114818" indent="0">
              <a:buNone/>
              <a:defRPr sz="703"/>
            </a:lvl2pPr>
            <a:lvl3pPr marL="229637" indent="0">
              <a:buNone/>
              <a:defRPr sz="603"/>
            </a:lvl3pPr>
            <a:lvl4pPr marL="344455" indent="0">
              <a:buNone/>
              <a:defRPr sz="502"/>
            </a:lvl4pPr>
            <a:lvl5pPr marL="459273" indent="0">
              <a:buNone/>
              <a:defRPr sz="502"/>
            </a:lvl5pPr>
            <a:lvl6pPr marL="574092" indent="0">
              <a:buNone/>
              <a:defRPr sz="502"/>
            </a:lvl6pPr>
            <a:lvl7pPr marL="688910" indent="0">
              <a:buNone/>
              <a:defRPr sz="502"/>
            </a:lvl7pPr>
            <a:lvl8pPr marL="803729" indent="0">
              <a:buNone/>
              <a:defRPr sz="502"/>
            </a:lvl8pPr>
            <a:lvl9pPr marL="918547" indent="0">
              <a:buNone/>
              <a:defRPr sz="50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21FE88-A83D-D905-9CB8-C8FB7243D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B05EF1-CE5E-5442-F2F3-E436E184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1CEBC8-6848-440F-7308-79432DE1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8F012-B991-2581-BA38-9659D412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77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7B182-B002-8A5E-990F-01BBA83E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0D20DA-1383-FD26-CAC6-4E56EFFBB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2379D-490B-381E-731F-10A2F0BC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6ED25-38AA-D074-6CFD-5C2D79D50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438A0-69CE-D8EF-2DA6-05A0D6C1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61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B5A7C9-7730-9652-C019-BA8D032E9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72505"/>
            <a:ext cx="1397288" cy="2745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BA5D22-8996-3974-C562-CEE7ED17E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3" y="172505"/>
            <a:ext cx="4110861" cy="2745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BD3D4F-3BC1-ED8D-E3CB-DA37376E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96E92-4A19-191B-9837-6EE9F1C0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ABF9A-F412-6D06-379E-B3D124F8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88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5C6AAC-5902-2A66-FD9E-D5BC66B4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3" y="172506"/>
            <a:ext cx="5589151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BFFD35-5BD0-5085-1AB9-F3F790610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3" y="862523"/>
            <a:ext cx="5589151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46C6EA-F47D-21FE-1FCB-FA3120AE5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3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99349-D7EA-4970-8C42-170EC878470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E285B3-1747-C6B9-2CE9-C8F2A63A0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9" y="3003082"/>
            <a:ext cx="218705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5ABA62-E4DA-9340-DF88-9217C3F4E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5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E674-F87A-49DE-B319-AEA38DBD7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11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9637" rtl="0" eaLnBrk="1" latinLnBrk="0" hangingPunct="1">
        <a:lnSpc>
          <a:spcPct val="90000"/>
        </a:lnSpc>
        <a:spcBef>
          <a:spcPct val="0"/>
        </a:spcBef>
        <a:buNone/>
        <a:defRPr sz="11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09" indent="-57409" algn="l" defTabSz="229637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1pPr>
      <a:lvl2pPr marL="17222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2pPr>
      <a:lvl3pPr marL="28704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2" kern="1200">
          <a:solidFill>
            <a:schemeClr val="tx1"/>
          </a:solidFill>
          <a:latin typeface="+mn-lt"/>
          <a:ea typeface="+mn-ea"/>
          <a:cs typeface="+mn-cs"/>
        </a:defRPr>
      </a:lvl3pPr>
      <a:lvl4pPr marL="401864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516683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631501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746319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6113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7595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1pPr>
      <a:lvl2pPr marL="114818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2pPr>
      <a:lvl3pPr marL="22963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3pPr>
      <a:lvl4pPr marL="344455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459273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574092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68891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03729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1854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370AEAB8-08FF-9571-0760-E1185096704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79997" cy="32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97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Zhangliang CHEN</dc:creator>
  <cp:lastModifiedBy>Zhangliang CHEN</cp:lastModifiedBy>
  <cp:revision>1</cp:revision>
  <dcterms:created xsi:type="dcterms:W3CDTF">2026-10-02T05:43:38Z</dcterms:created>
  <dcterms:modified xsi:type="dcterms:W3CDTF">2026-10-02T05:43:38Z</dcterms:modified>
</cp:coreProperties>
</file>