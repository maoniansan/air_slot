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480175" cy="3240088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465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763DAF-3E01-51D1-34C4-97F900F3C7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23" y="530264"/>
            <a:ext cx="4860131" cy="1128031"/>
          </a:xfrm>
        </p:spPr>
        <p:txBody>
          <a:bodyPr anchor="b"/>
          <a:lstStyle>
            <a:lvl1pPr algn="ctr">
              <a:defRPr sz="150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EEDB4A-DAE9-DD58-67D7-011AC3881D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23" y="1701796"/>
            <a:ext cx="4860131" cy="782271"/>
          </a:xfrm>
        </p:spPr>
        <p:txBody>
          <a:bodyPr/>
          <a:lstStyle>
            <a:lvl1pPr marL="0" indent="0" algn="ctr">
              <a:buNone/>
              <a:defRPr sz="603"/>
            </a:lvl1pPr>
            <a:lvl2pPr marL="114818" indent="0" algn="ctr">
              <a:buNone/>
              <a:defRPr sz="502"/>
            </a:lvl2pPr>
            <a:lvl3pPr marL="229637" indent="0" algn="ctr">
              <a:buNone/>
              <a:defRPr sz="452"/>
            </a:lvl3pPr>
            <a:lvl4pPr marL="344455" indent="0" algn="ctr">
              <a:buNone/>
              <a:defRPr sz="402"/>
            </a:lvl4pPr>
            <a:lvl5pPr marL="459273" indent="0" algn="ctr">
              <a:buNone/>
              <a:defRPr sz="402"/>
            </a:lvl5pPr>
            <a:lvl6pPr marL="574092" indent="0" algn="ctr">
              <a:buNone/>
              <a:defRPr sz="402"/>
            </a:lvl6pPr>
            <a:lvl7pPr marL="688910" indent="0" algn="ctr">
              <a:buNone/>
              <a:defRPr sz="402"/>
            </a:lvl7pPr>
            <a:lvl8pPr marL="803729" indent="0" algn="ctr">
              <a:buNone/>
              <a:defRPr sz="402"/>
            </a:lvl8pPr>
            <a:lvl9pPr marL="918547" indent="0" algn="ctr">
              <a:buNone/>
              <a:defRPr sz="402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D0AA49-7BF7-314F-8F7F-C145AE198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941EC-0BE5-4B03-8BB5-98FC464FB088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35F44C-4732-0288-9F4F-57AACB17F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847DED-5CE6-73C3-5306-1CECC417B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513AB-7C01-4732-BAE2-D5880A232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889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B5E161-9A4B-C8D3-C0F2-FFB49623D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AFAC1B-B7A5-FCDC-4C92-455E52595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3EB9FB-C1E9-E3B6-18C2-5F9E2BAA7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941EC-0BE5-4B03-8BB5-98FC464FB088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043FA8-D519-6A93-255E-248055582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642D25-36A0-B06D-650B-BC5D85B5B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513AB-7C01-4732-BAE2-D5880A232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413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4808A9-E103-63C6-26B4-FDA43893C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38" y="807773"/>
            <a:ext cx="5589151" cy="1347786"/>
          </a:xfrm>
        </p:spPr>
        <p:txBody>
          <a:bodyPr anchor="b"/>
          <a:lstStyle>
            <a:lvl1pPr>
              <a:defRPr sz="150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D9B358-1083-03E2-6F3D-1F8A76C4E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138" y="2168310"/>
            <a:ext cx="5589151" cy="708769"/>
          </a:xfrm>
        </p:spPr>
        <p:txBody>
          <a:bodyPr/>
          <a:lstStyle>
            <a:lvl1pPr marL="0" indent="0">
              <a:buNone/>
              <a:defRPr sz="603">
                <a:solidFill>
                  <a:schemeClr val="tx1">
                    <a:tint val="75000"/>
                  </a:schemeClr>
                </a:solidFill>
              </a:defRPr>
            </a:lvl1pPr>
            <a:lvl2pPr marL="114818" indent="0">
              <a:buNone/>
              <a:defRPr sz="502">
                <a:solidFill>
                  <a:schemeClr val="tx1">
                    <a:tint val="75000"/>
                  </a:schemeClr>
                </a:solidFill>
              </a:defRPr>
            </a:lvl2pPr>
            <a:lvl3pPr marL="229637" indent="0">
              <a:buNone/>
              <a:defRPr sz="452">
                <a:solidFill>
                  <a:schemeClr val="tx1">
                    <a:tint val="75000"/>
                  </a:schemeClr>
                </a:solidFill>
              </a:defRPr>
            </a:lvl3pPr>
            <a:lvl4pPr marL="344455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4pPr>
            <a:lvl5pPr marL="459273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5pPr>
            <a:lvl6pPr marL="574092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6pPr>
            <a:lvl7pPr marL="688910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7pPr>
            <a:lvl8pPr marL="803729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8pPr>
            <a:lvl9pPr marL="918547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6A4071-53B4-6391-CE11-DE55A6484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941EC-0BE5-4B03-8BB5-98FC464FB088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4F4DCB-750A-36C7-1A15-401DDBF58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0ABA1B-7F36-E5C3-5CF3-8712906AE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513AB-7C01-4732-BAE2-D5880A232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333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7B288A-11F5-8FE8-6D34-D8866B119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44E2CC-1712-7B4D-0EBF-ECDB46060F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5512" y="862523"/>
            <a:ext cx="2754074" cy="20558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47D451-E5E0-27E6-E368-55E76B786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0589" y="862523"/>
            <a:ext cx="2754074" cy="20558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FE791A-FFA5-51C2-DB34-F8A3C3457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941EC-0BE5-4B03-8BB5-98FC464FB088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536EBC-7A5D-82B7-CA9F-9B31F9C24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71640C-02EA-FEA7-7DB7-86C60A33B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513AB-7C01-4732-BAE2-D5880A232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152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2FF4E0-C731-4435-E263-4B52F4409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57" y="172506"/>
            <a:ext cx="5589151" cy="6262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834C3C-E1EA-AD81-DE35-30CB706C1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356" y="794272"/>
            <a:ext cx="2741418" cy="389260"/>
          </a:xfrm>
        </p:spPr>
        <p:txBody>
          <a:bodyPr anchor="b"/>
          <a:lstStyle>
            <a:lvl1pPr marL="0" indent="0">
              <a:buNone/>
              <a:defRPr sz="603" b="1"/>
            </a:lvl1pPr>
            <a:lvl2pPr marL="114818" indent="0">
              <a:buNone/>
              <a:defRPr sz="502" b="1"/>
            </a:lvl2pPr>
            <a:lvl3pPr marL="229637" indent="0">
              <a:buNone/>
              <a:defRPr sz="452" b="1"/>
            </a:lvl3pPr>
            <a:lvl4pPr marL="344455" indent="0">
              <a:buNone/>
              <a:defRPr sz="402" b="1"/>
            </a:lvl4pPr>
            <a:lvl5pPr marL="459273" indent="0">
              <a:buNone/>
              <a:defRPr sz="402" b="1"/>
            </a:lvl5pPr>
            <a:lvl6pPr marL="574092" indent="0">
              <a:buNone/>
              <a:defRPr sz="402" b="1"/>
            </a:lvl6pPr>
            <a:lvl7pPr marL="688910" indent="0">
              <a:buNone/>
              <a:defRPr sz="402" b="1"/>
            </a:lvl7pPr>
            <a:lvl8pPr marL="803729" indent="0">
              <a:buNone/>
              <a:defRPr sz="402" b="1"/>
            </a:lvl8pPr>
            <a:lvl9pPr marL="918547" indent="0">
              <a:buNone/>
              <a:defRPr sz="40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BF4453-E98A-485D-ACDD-7B5843D6B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356" y="1183532"/>
            <a:ext cx="2741418" cy="17407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250835E-09F0-3664-CE0D-ABFC351223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80589" y="794272"/>
            <a:ext cx="2754918" cy="389260"/>
          </a:xfrm>
        </p:spPr>
        <p:txBody>
          <a:bodyPr anchor="b"/>
          <a:lstStyle>
            <a:lvl1pPr marL="0" indent="0">
              <a:buNone/>
              <a:defRPr sz="603" b="1"/>
            </a:lvl1pPr>
            <a:lvl2pPr marL="114818" indent="0">
              <a:buNone/>
              <a:defRPr sz="502" b="1"/>
            </a:lvl2pPr>
            <a:lvl3pPr marL="229637" indent="0">
              <a:buNone/>
              <a:defRPr sz="452" b="1"/>
            </a:lvl3pPr>
            <a:lvl4pPr marL="344455" indent="0">
              <a:buNone/>
              <a:defRPr sz="402" b="1"/>
            </a:lvl4pPr>
            <a:lvl5pPr marL="459273" indent="0">
              <a:buNone/>
              <a:defRPr sz="402" b="1"/>
            </a:lvl5pPr>
            <a:lvl6pPr marL="574092" indent="0">
              <a:buNone/>
              <a:defRPr sz="402" b="1"/>
            </a:lvl6pPr>
            <a:lvl7pPr marL="688910" indent="0">
              <a:buNone/>
              <a:defRPr sz="402" b="1"/>
            </a:lvl7pPr>
            <a:lvl8pPr marL="803729" indent="0">
              <a:buNone/>
              <a:defRPr sz="402" b="1"/>
            </a:lvl8pPr>
            <a:lvl9pPr marL="918547" indent="0">
              <a:buNone/>
              <a:defRPr sz="40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25E8146-C581-CD9E-385C-8BD156459C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80589" y="1183532"/>
            <a:ext cx="2754918" cy="17407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840ADA1-9C87-01E4-A47E-657879AF2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941EC-0BE5-4B03-8BB5-98FC464FB088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54EF676-5B71-80D1-54C6-7F1108318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D1637D2-0CBB-DEE3-2F5E-2E3A98C2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513AB-7C01-4732-BAE2-D5880A232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373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BC5166-96A2-6219-E1E3-17C13CBD3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7256D1-1B1F-A6F1-AB76-9925B41D1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941EC-0BE5-4B03-8BB5-98FC464FB088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B3E52D-C807-1AEF-5C37-81092938B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57517F-6DAF-B1CB-C89B-E24C42C66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513AB-7C01-4732-BAE2-D5880A232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732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B868FE-514A-9D5B-EDCB-1E7B2FC55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941EC-0BE5-4B03-8BB5-98FC464FB088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BA604FD-253C-CD8A-07E7-11D517FEC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A8BC10-6209-5EE9-A699-B2C81C58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513AB-7C01-4732-BAE2-D5880A232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656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AB4117-6BA2-2CDF-1B0B-FD0E6042E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57" y="216006"/>
            <a:ext cx="2090025" cy="756021"/>
          </a:xfrm>
        </p:spPr>
        <p:txBody>
          <a:bodyPr anchor="b"/>
          <a:lstStyle>
            <a:lvl1pPr>
              <a:defRPr sz="80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AC9AFB-190F-E6D6-EE00-2F567B82E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4919" y="466513"/>
            <a:ext cx="3280589" cy="2302563"/>
          </a:xfrm>
        </p:spPr>
        <p:txBody>
          <a:bodyPr/>
          <a:lstStyle>
            <a:lvl1pPr>
              <a:defRPr sz="804"/>
            </a:lvl1pPr>
            <a:lvl2pPr>
              <a:defRPr sz="703"/>
            </a:lvl2pPr>
            <a:lvl3pPr>
              <a:defRPr sz="603"/>
            </a:lvl3pPr>
            <a:lvl4pPr>
              <a:defRPr sz="502"/>
            </a:lvl4pPr>
            <a:lvl5pPr>
              <a:defRPr sz="502"/>
            </a:lvl5pPr>
            <a:lvl6pPr>
              <a:defRPr sz="502"/>
            </a:lvl6pPr>
            <a:lvl7pPr>
              <a:defRPr sz="502"/>
            </a:lvl7pPr>
            <a:lvl8pPr>
              <a:defRPr sz="502"/>
            </a:lvl8pPr>
            <a:lvl9pPr>
              <a:defRPr sz="50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8E69636-348A-BC05-AB34-B8EEA614B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57" y="972026"/>
            <a:ext cx="2090025" cy="1800799"/>
          </a:xfrm>
        </p:spPr>
        <p:txBody>
          <a:bodyPr/>
          <a:lstStyle>
            <a:lvl1pPr marL="0" indent="0">
              <a:buNone/>
              <a:defRPr sz="402"/>
            </a:lvl1pPr>
            <a:lvl2pPr marL="114818" indent="0">
              <a:buNone/>
              <a:defRPr sz="352"/>
            </a:lvl2pPr>
            <a:lvl3pPr marL="229637" indent="0">
              <a:buNone/>
              <a:defRPr sz="301"/>
            </a:lvl3pPr>
            <a:lvl4pPr marL="344455" indent="0">
              <a:buNone/>
              <a:defRPr sz="251"/>
            </a:lvl4pPr>
            <a:lvl5pPr marL="459273" indent="0">
              <a:buNone/>
              <a:defRPr sz="251"/>
            </a:lvl5pPr>
            <a:lvl6pPr marL="574092" indent="0">
              <a:buNone/>
              <a:defRPr sz="251"/>
            </a:lvl6pPr>
            <a:lvl7pPr marL="688910" indent="0">
              <a:buNone/>
              <a:defRPr sz="251"/>
            </a:lvl7pPr>
            <a:lvl8pPr marL="803729" indent="0">
              <a:buNone/>
              <a:defRPr sz="251"/>
            </a:lvl8pPr>
            <a:lvl9pPr marL="918547" indent="0">
              <a:buNone/>
              <a:defRPr sz="2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DCC731-7551-6ECB-3512-D660A9870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941EC-0BE5-4B03-8BB5-98FC464FB088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DB13D4-06C1-BCE8-9D90-03FAB29B9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77BFFE-2C82-8E8A-00C5-A8ABC0BC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513AB-7C01-4732-BAE2-D5880A232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2771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A6C23E-8880-CF43-9EE2-0A10A93C2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57" y="216006"/>
            <a:ext cx="2090025" cy="756021"/>
          </a:xfrm>
        </p:spPr>
        <p:txBody>
          <a:bodyPr anchor="b"/>
          <a:lstStyle>
            <a:lvl1pPr>
              <a:defRPr sz="80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DADDC1E-5A2F-7F3C-038E-2E7E6477AC1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2754919" y="466513"/>
            <a:ext cx="3280589" cy="2302563"/>
          </a:xfrm>
        </p:spPr>
        <p:txBody>
          <a:bodyPr/>
          <a:lstStyle>
            <a:lvl1pPr marL="0" indent="0">
              <a:buNone/>
              <a:defRPr sz="804"/>
            </a:lvl1pPr>
            <a:lvl2pPr marL="114818" indent="0">
              <a:buNone/>
              <a:defRPr sz="703"/>
            </a:lvl2pPr>
            <a:lvl3pPr marL="229637" indent="0">
              <a:buNone/>
              <a:defRPr sz="603"/>
            </a:lvl3pPr>
            <a:lvl4pPr marL="344455" indent="0">
              <a:buNone/>
              <a:defRPr sz="502"/>
            </a:lvl4pPr>
            <a:lvl5pPr marL="459273" indent="0">
              <a:buNone/>
              <a:defRPr sz="502"/>
            </a:lvl5pPr>
            <a:lvl6pPr marL="574092" indent="0">
              <a:buNone/>
              <a:defRPr sz="502"/>
            </a:lvl6pPr>
            <a:lvl7pPr marL="688910" indent="0">
              <a:buNone/>
              <a:defRPr sz="502"/>
            </a:lvl7pPr>
            <a:lvl8pPr marL="803729" indent="0">
              <a:buNone/>
              <a:defRPr sz="502"/>
            </a:lvl8pPr>
            <a:lvl9pPr marL="918547" indent="0">
              <a:buNone/>
              <a:defRPr sz="502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6AA32DF-087A-DB02-81DD-10F26E4B7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57" y="972026"/>
            <a:ext cx="2090025" cy="1800799"/>
          </a:xfrm>
        </p:spPr>
        <p:txBody>
          <a:bodyPr/>
          <a:lstStyle>
            <a:lvl1pPr marL="0" indent="0">
              <a:buNone/>
              <a:defRPr sz="402"/>
            </a:lvl1pPr>
            <a:lvl2pPr marL="114818" indent="0">
              <a:buNone/>
              <a:defRPr sz="352"/>
            </a:lvl2pPr>
            <a:lvl3pPr marL="229637" indent="0">
              <a:buNone/>
              <a:defRPr sz="301"/>
            </a:lvl3pPr>
            <a:lvl4pPr marL="344455" indent="0">
              <a:buNone/>
              <a:defRPr sz="251"/>
            </a:lvl4pPr>
            <a:lvl5pPr marL="459273" indent="0">
              <a:buNone/>
              <a:defRPr sz="251"/>
            </a:lvl5pPr>
            <a:lvl6pPr marL="574092" indent="0">
              <a:buNone/>
              <a:defRPr sz="251"/>
            </a:lvl6pPr>
            <a:lvl7pPr marL="688910" indent="0">
              <a:buNone/>
              <a:defRPr sz="251"/>
            </a:lvl7pPr>
            <a:lvl8pPr marL="803729" indent="0">
              <a:buNone/>
              <a:defRPr sz="251"/>
            </a:lvl8pPr>
            <a:lvl9pPr marL="918547" indent="0">
              <a:buNone/>
              <a:defRPr sz="2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C95BF7-936F-760A-7984-71922EB98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941EC-0BE5-4B03-8BB5-98FC464FB088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BD34B2-1C87-139F-B4A6-A79AE9606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6A3DE1-0743-9CDA-5F57-F54AD3EAF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513AB-7C01-4732-BAE2-D5880A232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539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C23EBF-C3E5-04DA-95A1-25DCEB915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9E6D48-9070-2DC5-47AE-CBB02290A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37AC6E-C873-D9CF-6A12-02D0DE8A2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941EC-0BE5-4B03-8BB5-98FC464FB088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D2A43A-39C2-08AC-670E-914473BFA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FEE6D3-BA95-261C-1F1D-51EAC1905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513AB-7C01-4732-BAE2-D5880A232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982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A4F0071-6969-9492-460A-34062C2BB9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637375" y="172505"/>
            <a:ext cx="1397288" cy="27458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A5993F-F0BF-5D10-D288-4A5D37967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5513" y="172505"/>
            <a:ext cx="4110861" cy="27458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C12BDE-41AC-C87C-F1C9-CD90BA70E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941EC-0BE5-4B03-8BB5-98FC464FB088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B5D206-FAD0-B3D9-B46F-279C1C197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D6982D-86E1-9EB5-ED82-336807D48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513AB-7C01-4732-BAE2-D5880A232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90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55DFAA0-347F-14E2-30C3-48F141C1C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513" y="172506"/>
            <a:ext cx="5589151" cy="62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45D446-96D4-E916-7766-0D2C9F347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513" y="862523"/>
            <a:ext cx="5589151" cy="205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DE7577-0148-3CC1-3CA6-177AF541BC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5513" y="3003082"/>
            <a:ext cx="1458039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F941EC-0BE5-4B03-8BB5-98FC464FB088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6A5B61-EF68-0728-EFB6-6332A1AC0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46559" y="3003082"/>
            <a:ext cx="2187059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AB0501-D1D6-2B80-2AA7-534A2D2DDA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6625" y="3003082"/>
            <a:ext cx="1458039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513AB-7C01-4732-BAE2-D5880A232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753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29637" rtl="0" eaLnBrk="1" latinLnBrk="0" hangingPunct="1">
        <a:lnSpc>
          <a:spcPct val="90000"/>
        </a:lnSpc>
        <a:spcBef>
          <a:spcPct val="0"/>
        </a:spcBef>
        <a:buNone/>
        <a:defRPr sz="11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409" indent="-57409" algn="l" defTabSz="229637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703" kern="1200">
          <a:solidFill>
            <a:schemeClr val="tx1"/>
          </a:solidFill>
          <a:latin typeface="+mn-lt"/>
          <a:ea typeface="+mn-ea"/>
          <a:cs typeface="+mn-cs"/>
        </a:defRPr>
      </a:lvl1pPr>
      <a:lvl2pPr marL="172228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603" kern="1200">
          <a:solidFill>
            <a:schemeClr val="tx1"/>
          </a:solidFill>
          <a:latin typeface="+mn-lt"/>
          <a:ea typeface="+mn-ea"/>
          <a:cs typeface="+mn-cs"/>
        </a:defRPr>
      </a:lvl2pPr>
      <a:lvl3pPr marL="287046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502" kern="1200">
          <a:solidFill>
            <a:schemeClr val="tx1"/>
          </a:solidFill>
          <a:latin typeface="+mn-lt"/>
          <a:ea typeface="+mn-ea"/>
          <a:cs typeface="+mn-cs"/>
        </a:defRPr>
      </a:lvl3pPr>
      <a:lvl4pPr marL="401864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4pPr>
      <a:lvl5pPr marL="516683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5pPr>
      <a:lvl6pPr marL="631501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6pPr>
      <a:lvl7pPr marL="746319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7pPr>
      <a:lvl8pPr marL="861138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8pPr>
      <a:lvl9pPr marL="975956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1pPr>
      <a:lvl2pPr marL="114818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2pPr>
      <a:lvl3pPr marL="229637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3pPr>
      <a:lvl4pPr marL="344455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4pPr>
      <a:lvl5pPr marL="459273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5pPr>
      <a:lvl6pPr marL="574092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6pPr>
      <a:lvl7pPr marL="688910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7pPr>
      <a:lvl8pPr marL="803729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8pPr>
      <a:lvl9pPr marL="918547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0F9DEC39-EEB0-18F3-09F0-8CFF1F09A9E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6479997" cy="32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190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Zhangliang CHEN</dc:creator>
  <cp:lastModifiedBy>Zhangliang CHEN</cp:lastModifiedBy>
  <cp:revision>1</cp:revision>
  <dcterms:created xsi:type="dcterms:W3CDTF">2026-10-02T06:39:16Z</dcterms:created>
  <dcterms:modified xsi:type="dcterms:W3CDTF">2026-10-02T06:39:16Z</dcterms:modified>
</cp:coreProperties>
</file>