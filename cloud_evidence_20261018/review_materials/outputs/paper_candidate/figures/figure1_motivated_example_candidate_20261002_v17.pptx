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480175" cy="3240088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465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DB2797-F39E-1616-B57E-E61195461B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23" y="530264"/>
            <a:ext cx="4860131" cy="1128031"/>
          </a:xfrm>
        </p:spPr>
        <p:txBody>
          <a:bodyPr anchor="b"/>
          <a:lstStyle>
            <a:lvl1pPr algn="ctr">
              <a:defRPr sz="1507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EBFCF0F-7795-3751-F1A4-70DED37318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23" y="1701796"/>
            <a:ext cx="4860131" cy="782271"/>
          </a:xfrm>
        </p:spPr>
        <p:txBody>
          <a:bodyPr/>
          <a:lstStyle>
            <a:lvl1pPr marL="0" indent="0" algn="ctr">
              <a:buNone/>
              <a:defRPr sz="603"/>
            </a:lvl1pPr>
            <a:lvl2pPr marL="114818" indent="0" algn="ctr">
              <a:buNone/>
              <a:defRPr sz="502"/>
            </a:lvl2pPr>
            <a:lvl3pPr marL="229637" indent="0" algn="ctr">
              <a:buNone/>
              <a:defRPr sz="452"/>
            </a:lvl3pPr>
            <a:lvl4pPr marL="344455" indent="0" algn="ctr">
              <a:buNone/>
              <a:defRPr sz="402"/>
            </a:lvl4pPr>
            <a:lvl5pPr marL="459273" indent="0" algn="ctr">
              <a:buNone/>
              <a:defRPr sz="402"/>
            </a:lvl5pPr>
            <a:lvl6pPr marL="574092" indent="0" algn="ctr">
              <a:buNone/>
              <a:defRPr sz="402"/>
            </a:lvl6pPr>
            <a:lvl7pPr marL="688910" indent="0" algn="ctr">
              <a:buNone/>
              <a:defRPr sz="402"/>
            </a:lvl7pPr>
            <a:lvl8pPr marL="803729" indent="0" algn="ctr">
              <a:buNone/>
              <a:defRPr sz="402"/>
            </a:lvl8pPr>
            <a:lvl9pPr marL="918547" indent="0" algn="ctr">
              <a:buNone/>
              <a:defRPr sz="402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8700DF-6CA0-BD8F-45DF-CE0A5902B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AC0B8-F06E-4124-BBBD-3031D70264B6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B2C112-6D98-5B59-4D1B-5760AAFA1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F3BDBD-CC73-4CF5-4FE1-5896527A6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D7280-A925-4DC0-88C4-CA0668DB44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0207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E1556B-92D8-8522-DA67-E27F3242A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19834C-CE3B-D7DC-C123-4B072DBB3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DBDCC0-3509-F300-7BE4-D0CAA3251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AC0B8-F06E-4124-BBBD-3031D70264B6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6F4304-0988-A6B1-7540-45B313744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DEEDEA-4440-251E-A024-79A474464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D7280-A925-4DC0-88C4-CA0668DB44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8051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CFA108-E6A2-7A08-B283-3B3D9208F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38" y="807773"/>
            <a:ext cx="5589151" cy="1347786"/>
          </a:xfrm>
        </p:spPr>
        <p:txBody>
          <a:bodyPr anchor="b"/>
          <a:lstStyle>
            <a:lvl1pPr>
              <a:defRPr sz="1507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A5BD32-C1B4-852D-09A6-B4A12DC3A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138" y="2168310"/>
            <a:ext cx="5589151" cy="708769"/>
          </a:xfrm>
        </p:spPr>
        <p:txBody>
          <a:bodyPr/>
          <a:lstStyle>
            <a:lvl1pPr marL="0" indent="0">
              <a:buNone/>
              <a:defRPr sz="603">
                <a:solidFill>
                  <a:schemeClr val="tx1">
                    <a:tint val="75000"/>
                  </a:schemeClr>
                </a:solidFill>
              </a:defRPr>
            </a:lvl1pPr>
            <a:lvl2pPr marL="114818" indent="0">
              <a:buNone/>
              <a:defRPr sz="502">
                <a:solidFill>
                  <a:schemeClr val="tx1">
                    <a:tint val="75000"/>
                  </a:schemeClr>
                </a:solidFill>
              </a:defRPr>
            </a:lvl2pPr>
            <a:lvl3pPr marL="229637" indent="0">
              <a:buNone/>
              <a:defRPr sz="452">
                <a:solidFill>
                  <a:schemeClr val="tx1">
                    <a:tint val="75000"/>
                  </a:schemeClr>
                </a:solidFill>
              </a:defRPr>
            </a:lvl3pPr>
            <a:lvl4pPr marL="344455" indent="0">
              <a:buNone/>
              <a:defRPr sz="402">
                <a:solidFill>
                  <a:schemeClr val="tx1">
                    <a:tint val="75000"/>
                  </a:schemeClr>
                </a:solidFill>
              </a:defRPr>
            </a:lvl4pPr>
            <a:lvl5pPr marL="459273" indent="0">
              <a:buNone/>
              <a:defRPr sz="402">
                <a:solidFill>
                  <a:schemeClr val="tx1">
                    <a:tint val="75000"/>
                  </a:schemeClr>
                </a:solidFill>
              </a:defRPr>
            </a:lvl5pPr>
            <a:lvl6pPr marL="574092" indent="0">
              <a:buNone/>
              <a:defRPr sz="402">
                <a:solidFill>
                  <a:schemeClr val="tx1">
                    <a:tint val="75000"/>
                  </a:schemeClr>
                </a:solidFill>
              </a:defRPr>
            </a:lvl6pPr>
            <a:lvl7pPr marL="688910" indent="0">
              <a:buNone/>
              <a:defRPr sz="402">
                <a:solidFill>
                  <a:schemeClr val="tx1">
                    <a:tint val="75000"/>
                  </a:schemeClr>
                </a:solidFill>
              </a:defRPr>
            </a:lvl7pPr>
            <a:lvl8pPr marL="803729" indent="0">
              <a:buNone/>
              <a:defRPr sz="402">
                <a:solidFill>
                  <a:schemeClr val="tx1">
                    <a:tint val="75000"/>
                  </a:schemeClr>
                </a:solidFill>
              </a:defRPr>
            </a:lvl8pPr>
            <a:lvl9pPr marL="918547" indent="0">
              <a:buNone/>
              <a:defRPr sz="40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CBA3F6-04AC-F4BA-3E46-EABC4F07D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AC0B8-F06E-4124-BBBD-3031D70264B6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43CDD8-5839-137F-3288-E7A3F8A18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91BF38-6FD8-E90D-7CFA-0DA124D20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D7280-A925-4DC0-88C4-CA0668DB44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8152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A74B22-3C07-9B7F-C5FD-AD7FBD8E0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65CAEE-8964-8DD0-E83E-E4B8B14EE0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5512" y="862523"/>
            <a:ext cx="2754074" cy="20558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C29EDC-C8FB-4408-07E2-59434CB3FE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80589" y="862523"/>
            <a:ext cx="2754074" cy="20558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15290C5-D8AE-E379-3D64-B8CA63304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AC0B8-F06E-4124-BBBD-3031D70264B6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E8E2F5-EA2A-B50A-422C-B68061C74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0A54FC-6896-009C-5680-00FEFB30B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D7280-A925-4DC0-88C4-CA0668DB44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5176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D19DF2-7E04-9B83-5B51-4F24A81FD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57" y="172506"/>
            <a:ext cx="5589151" cy="6262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552196-DD94-638E-2C81-6CE78A0AE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6356" y="794272"/>
            <a:ext cx="2741418" cy="389260"/>
          </a:xfrm>
        </p:spPr>
        <p:txBody>
          <a:bodyPr anchor="b"/>
          <a:lstStyle>
            <a:lvl1pPr marL="0" indent="0">
              <a:buNone/>
              <a:defRPr sz="603" b="1"/>
            </a:lvl1pPr>
            <a:lvl2pPr marL="114818" indent="0">
              <a:buNone/>
              <a:defRPr sz="502" b="1"/>
            </a:lvl2pPr>
            <a:lvl3pPr marL="229637" indent="0">
              <a:buNone/>
              <a:defRPr sz="452" b="1"/>
            </a:lvl3pPr>
            <a:lvl4pPr marL="344455" indent="0">
              <a:buNone/>
              <a:defRPr sz="402" b="1"/>
            </a:lvl4pPr>
            <a:lvl5pPr marL="459273" indent="0">
              <a:buNone/>
              <a:defRPr sz="402" b="1"/>
            </a:lvl5pPr>
            <a:lvl6pPr marL="574092" indent="0">
              <a:buNone/>
              <a:defRPr sz="402" b="1"/>
            </a:lvl6pPr>
            <a:lvl7pPr marL="688910" indent="0">
              <a:buNone/>
              <a:defRPr sz="402" b="1"/>
            </a:lvl7pPr>
            <a:lvl8pPr marL="803729" indent="0">
              <a:buNone/>
              <a:defRPr sz="402" b="1"/>
            </a:lvl8pPr>
            <a:lvl9pPr marL="918547" indent="0">
              <a:buNone/>
              <a:defRPr sz="40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612BCEF-4A8C-3EB8-1A1A-1125A423D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6356" y="1183532"/>
            <a:ext cx="2741418" cy="17407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EE65742-520A-9D18-81D4-91FB423D54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80589" y="794272"/>
            <a:ext cx="2754918" cy="389260"/>
          </a:xfrm>
        </p:spPr>
        <p:txBody>
          <a:bodyPr anchor="b"/>
          <a:lstStyle>
            <a:lvl1pPr marL="0" indent="0">
              <a:buNone/>
              <a:defRPr sz="603" b="1"/>
            </a:lvl1pPr>
            <a:lvl2pPr marL="114818" indent="0">
              <a:buNone/>
              <a:defRPr sz="502" b="1"/>
            </a:lvl2pPr>
            <a:lvl3pPr marL="229637" indent="0">
              <a:buNone/>
              <a:defRPr sz="452" b="1"/>
            </a:lvl3pPr>
            <a:lvl4pPr marL="344455" indent="0">
              <a:buNone/>
              <a:defRPr sz="402" b="1"/>
            </a:lvl4pPr>
            <a:lvl5pPr marL="459273" indent="0">
              <a:buNone/>
              <a:defRPr sz="402" b="1"/>
            </a:lvl5pPr>
            <a:lvl6pPr marL="574092" indent="0">
              <a:buNone/>
              <a:defRPr sz="402" b="1"/>
            </a:lvl6pPr>
            <a:lvl7pPr marL="688910" indent="0">
              <a:buNone/>
              <a:defRPr sz="402" b="1"/>
            </a:lvl7pPr>
            <a:lvl8pPr marL="803729" indent="0">
              <a:buNone/>
              <a:defRPr sz="402" b="1"/>
            </a:lvl8pPr>
            <a:lvl9pPr marL="918547" indent="0">
              <a:buNone/>
              <a:defRPr sz="40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25BD6B-EDC2-4609-C6F3-2991F8E445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280589" y="1183532"/>
            <a:ext cx="2754918" cy="17407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1B99B09-DD3F-C267-A6BA-51F9E37CE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AC0B8-F06E-4124-BBBD-3031D70264B6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4B0F451-67CB-9C1F-3616-07DFDCAC2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4CB8C26-1327-D580-0FA9-E84975E24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D7280-A925-4DC0-88C4-CA0668DB44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5266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B00D19-C5A8-293D-8DEE-2F5A79B76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6BA464D-CE18-EF0D-DF23-C8B68C5A0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AC0B8-F06E-4124-BBBD-3031D70264B6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A0358B9-A358-0B1C-D5B3-DFD271597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C5DD1D-C79E-2C5E-DAE3-381C8B273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D7280-A925-4DC0-88C4-CA0668DB44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1358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7676E3A-7E23-9EDD-7F96-F4C26894C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AC0B8-F06E-4124-BBBD-3031D70264B6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C2343AF-0A47-6E16-4A90-001146703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BEE655-E6EF-51D6-A173-CFFB4FA9A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D7280-A925-4DC0-88C4-CA0668DB44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6715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78F716-D488-5683-1EAD-DAEA8A2AF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57" y="216006"/>
            <a:ext cx="2090025" cy="756021"/>
          </a:xfrm>
        </p:spPr>
        <p:txBody>
          <a:bodyPr anchor="b"/>
          <a:lstStyle>
            <a:lvl1pPr>
              <a:defRPr sz="804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590964-926C-7CFE-1B6F-23138D571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4919" y="466513"/>
            <a:ext cx="3280589" cy="2302563"/>
          </a:xfrm>
        </p:spPr>
        <p:txBody>
          <a:bodyPr/>
          <a:lstStyle>
            <a:lvl1pPr>
              <a:defRPr sz="804"/>
            </a:lvl1pPr>
            <a:lvl2pPr>
              <a:defRPr sz="703"/>
            </a:lvl2pPr>
            <a:lvl3pPr>
              <a:defRPr sz="603"/>
            </a:lvl3pPr>
            <a:lvl4pPr>
              <a:defRPr sz="502"/>
            </a:lvl4pPr>
            <a:lvl5pPr>
              <a:defRPr sz="502"/>
            </a:lvl5pPr>
            <a:lvl6pPr>
              <a:defRPr sz="502"/>
            </a:lvl6pPr>
            <a:lvl7pPr>
              <a:defRPr sz="502"/>
            </a:lvl7pPr>
            <a:lvl8pPr>
              <a:defRPr sz="502"/>
            </a:lvl8pPr>
            <a:lvl9pPr>
              <a:defRPr sz="50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77944BC-CCAF-023F-E67A-D07A5B490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57" y="972026"/>
            <a:ext cx="2090025" cy="1800799"/>
          </a:xfrm>
        </p:spPr>
        <p:txBody>
          <a:bodyPr/>
          <a:lstStyle>
            <a:lvl1pPr marL="0" indent="0">
              <a:buNone/>
              <a:defRPr sz="402"/>
            </a:lvl1pPr>
            <a:lvl2pPr marL="114818" indent="0">
              <a:buNone/>
              <a:defRPr sz="352"/>
            </a:lvl2pPr>
            <a:lvl3pPr marL="229637" indent="0">
              <a:buNone/>
              <a:defRPr sz="301"/>
            </a:lvl3pPr>
            <a:lvl4pPr marL="344455" indent="0">
              <a:buNone/>
              <a:defRPr sz="251"/>
            </a:lvl4pPr>
            <a:lvl5pPr marL="459273" indent="0">
              <a:buNone/>
              <a:defRPr sz="251"/>
            </a:lvl5pPr>
            <a:lvl6pPr marL="574092" indent="0">
              <a:buNone/>
              <a:defRPr sz="251"/>
            </a:lvl6pPr>
            <a:lvl7pPr marL="688910" indent="0">
              <a:buNone/>
              <a:defRPr sz="251"/>
            </a:lvl7pPr>
            <a:lvl8pPr marL="803729" indent="0">
              <a:buNone/>
              <a:defRPr sz="251"/>
            </a:lvl8pPr>
            <a:lvl9pPr marL="918547" indent="0">
              <a:buNone/>
              <a:defRPr sz="25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B1DEA6A-E372-16E3-F1B4-50E8C5324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AC0B8-F06E-4124-BBBD-3031D70264B6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6A575D-6418-4B87-3C0A-F9960FEA0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8AFC99-85D0-4276-F3BB-5AD794362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D7280-A925-4DC0-88C4-CA0668DB44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8845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4EAD26-151D-D597-1D05-B0926F552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57" y="216006"/>
            <a:ext cx="2090025" cy="756021"/>
          </a:xfrm>
        </p:spPr>
        <p:txBody>
          <a:bodyPr anchor="b"/>
          <a:lstStyle>
            <a:lvl1pPr>
              <a:defRPr sz="804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3078190-58FF-87A7-6B3A-E995FA4F537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2754919" y="466513"/>
            <a:ext cx="3280589" cy="2302563"/>
          </a:xfrm>
        </p:spPr>
        <p:txBody>
          <a:bodyPr/>
          <a:lstStyle>
            <a:lvl1pPr marL="0" indent="0">
              <a:buNone/>
              <a:defRPr sz="804"/>
            </a:lvl1pPr>
            <a:lvl2pPr marL="114818" indent="0">
              <a:buNone/>
              <a:defRPr sz="703"/>
            </a:lvl2pPr>
            <a:lvl3pPr marL="229637" indent="0">
              <a:buNone/>
              <a:defRPr sz="603"/>
            </a:lvl3pPr>
            <a:lvl4pPr marL="344455" indent="0">
              <a:buNone/>
              <a:defRPr sz="502"/>
            </a:lvl4pPr>
            <a:lvl5pPr marL="459273" indent="0">
              <a:buNone/>
              <a:defRPr sz="502"/>
            </a:lvl5pPr>
            <a:lvl6pPr marL="574092" indent="0">
              <a:buNone/>
              <a:defRPr sz="502"/>
            </a:lvl6pPr>
            <a:lvl7pPr marL="688910" indent="0">
              <a:buNone/>
              <a:defRPr sz="502"/>
            </a:lvl7pPr>
            <a:lvl8pPr marL="803729" indent="0">
              <a:buNone/>
              <a:defRPr sz="502"/>
            </a:lvl8pPr>
            <a:lvl9pPr marL="918547" indent="0">
              <a:buNone/>
              <a:defRPr sz="502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52F65D8-6C45-BC03-E51B-83ABC46C67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57" y="972026"/>
            <a:ext cx="2090025" cy="1800799"/>
          </a:xfrm>
        </p:spPr>
        <p:txBody>
          <a:bodyPr/>
          <a:lstStyle>
            <a:lvl1pPr marL="0" indent="0">
              <a:buNone/>
              <a:defRPr sz="402"/>
            </a:lvl1pPr>
            <a:lvl2pPr marL="114818" indent="0">
              <a:buNone/>
              <a:defRPr sz="352"/>
            </a:lvl2pPr>
            <a:lvl3pPr marL="229637" indent="0">
              <a:buNone/>
              <a:defRPr sz="301"/>
            </a:lvl3pPr>
            <a:lvl4pPr marL="344455" indent="0">
              <a:buNone/>
              <a:defRPr sz="251"/>
            </a:lvl4pPr>
            <a:lvl5pPr marL="459273" indent="0">
              <a:buNone/>
              <a:defRPr sz="251"/>
            </a:lvl5pPr>
            <a:lvl6pPr marL="574092" indent="0">
              <a:buNone/>
              <a:defRPr sz="251"/>
            </a:lvl6pPr>
            <a:lvl7pPr marL="688910" indent="0">
              <a:buNone/>
              <a:defRPr sz="251"/>
            </a:lvl7pPr>
            <a:lvl8pPr marL="803729" indent="0">
              <a:buNone/>
              <a:defRPr sz="251"/>
            </a:lvl8pPr>
            <a:lvl9pPr marL="918547" indent="0">
              <a:buNone/>
              <a:defRPr sz="25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3FB8D7-5EFD-D878-18D5-E4C13DAE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AC0B8-F06E-4124-BBBD-3031D70264B6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5C6B92-1417-0010-C298-F5EA4543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655A4D-8507-A32B-903A-5336BDFFC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D7280-A925-4DC0-88C4-CA0668DB44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166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ABEBA6-3B33-4C05-9CCE-E640F250B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A69458-F303-55A5-37F7-2D2B4076E7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4CA477-6A8D-0692-CE52-C4877DE30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AC0B8-F06E-4124-BBBD-3031D70264B6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E8A493-A09D-10CA-DB91-3D648C444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CAE754-5BA4-198E-5B8C-A965CAF1E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D7280-A925-4DC0-88C4-CA0668DB44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2577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FB39C4F-D9A0-15F1-9399-2CF7DE0845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637375" y="172505"/>
            <a:ext cx="1397288" cy="27458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5D57A3-53D8-4ABB-A7FC-7303BF40DF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5513" y="172505"/>
            <a:ext cx="4110861" cy="27458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4E0404-2D27-BB79-6EE6-ED5A2F210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AC0B8-F06E-4124-BBBD-3031D70264B6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DEE714-61FE-6C22-9939-2ACF5ABC9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55912-AB44-3864-E282-2D5FD815E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D7280-A925-4DC0-88C4-CA0668DB44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5343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20E4B65-E315-B826-4F9A-52471F0C1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513" y="172506"/>
            <a:ext cx="5589151" cy="626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BBABE2-D582-957A-398D-4952FB2B5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5513" y="862523"/>
            <a:ext cx="5589151" cy="2055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D0953F-4F3C-5B87-DD12-EB1E02620A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5513" y="3003082"/>
            <a:ext cx="1458039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2AC0B8-F06E-4124-BBBD-3031D70264B6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4A5BB6-4667-D9AB-82B0-654B4A5110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46559" y="3003082"/>
            <a:ext cx="2187059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0363D4-971F-4B07-62D1-D061B4C73A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6625" y="3003082"/>
            <a:ext cx="1458039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FD7280-A925-4DC0-88C4-CA0668DB44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2395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29637" rtl="0" eaLnBrk="1" latinLnBrk="0" hangingPunct="1">
        <a:lnSpc>
          <a:spcPct val="90000"/>
        </a:lnSpc>
        <a:spcBef>
          <a:spcPct val="0"/>
        </a:spcBef>
        <a:buNone/>
        <a:defRPr sz="11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409" indent="-57409" algn="l" defTabSz="229637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703" kern="1200">
          <a:solidFill>
            <a:schemeClr val="tx1"/>
          </a:solidFill>
          <a:latin typeface="+mn-lt"/>
          <a:ea typeface="+mn-ea"/>
          <a:cs typeface="+mn-cs"/>
        </a:defRPr>
      </a:lvl1pPr>
      <a:lvl2pPr marL="172228" indent="-57409" algn="l" defTabSz="229637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603" kern="1200">
          <a:solidFill>
            <a:schemeClr val="tx1"/>
          </a:solidFill>
          <a:latin typeface="+mn-lt"/>
          <a:ea typeface="+mn-ea"/>
          <a:cs typeface="+mn-cs"/>
        </a:defRPr>
      </a:lvl2pPr>
      <a:lvl3pPr marL="287046" indent="-57409" algn="l" defTabSz="229637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502" kern="1200">
          <a:solidFill>
            <a:schemeClr val="tx1"/>
          </a:solidFill>
          <a:latin typeface="+mn-lt"/>
          <a:ea typeface="+mn-ea"/>
          <a:cs typeface="+mn-cs"/>
        </a:defRPr>
      </a:lvl3pPr>
      <a:lvl4pPr marL="401864" indent="-57409" algn="l" defTabSz="229637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2" kern="1200">
          <a:solidFill>
            <a:schemeClr val="tx1"/>
          </a:solidFill>
          <a:latin typeface="+mn-lt"/>
          <a:ea typeface="+mn-ea"/>
          <a:cs typeface="+mn-cs"/>
        </a:defRPr>
      </a:lvl4pPr>
      <a:lvl5pPr marL="516683" indent="-57409" algn="l" defTabSz="229637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2" kern="1200">
          <a:solidFill>
            <a:schemeClr val="tx1"/>
          </a:solidFill>
          <a:latin typeface="+mn-lt"/>
          <a:ea typeface="+mn-ea"/>
          <a:cs typeface="+mn-cs"/>
        </a:defRPr>
      </a:lvl5pPr>
      <a:lvl6pPr marL="631501" indent="-57409" algn="l" defTabSz="229637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2" kern="1200">
          <a:solidFill>
            <a:schemeClr val="tx1"/>
          </a:solidFill>
          <a:latin typeface="+mn-lt"/>
          <a:ea typeface="+mn-ea"/>
          <a:cs typeface="+mn-cs"/>
        </a:defRPr>
      </a:lvl6pPr>
      <a:lvl7pPr marL="746319" indent="-57409" algn="l" defTabSz="229637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2" kern="1200">
          <a:solidFill>
            <a:schemeClr val="tx1"/>
          </a:solidFill>
          <a:latin typeface="+mn-lt"/>
          <a:ea typeface="+mn-ea"/>
          <a:cs typeface="+mn-cs"/>
        </a:defRPr>
      </a:lvl7pPr>
      <a:lvl8pPr marL="861138" indent="-57409" algn="l" defTabSz="229637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2" kern="1200">
          <a:solidFill>
            <a:schemeClr val="tx1"/>
          </a:solidFill>
          <a:latin typeface="+mn-lt"/>
          <a:ea typeface="+mn-ea"/>
          <a:cs typeface="+mn-cs"/>
        </a:defRPr>
      </a:lvl8pPr>
      <a:lvl9pPr marL="975956" indent="-57409" algn="l" defTabSz="229637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1pPr>
      <a:lvl2pPr marL="114818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2pPr>
      <a:lvl3pPr marL="229637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3pPr>
      <a:lvl4pPr marL="344455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4pPr>
      <a:lvl5pPr marL="459273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5pPr>
      <a:lvl6pPr marL="574092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6pPr>
      <a:lvl7pPr marL="688910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7pPr>
      <a:lvl8pPr marL="803729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8pPr>
      <a:lvl9pPr marL="918547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>
            <a:extLst>
              <a:ext uri="{FF2B5EF4-FFF2-40B4-BE49-F238E27FC236}">
                <a16:creationId xmlns:a16="http://schemas.microsoft.com/office/drawing/2014/main" id="{14F43982-C2E0-F5DC-C68B-4D749ED7DDF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6479997" cy="323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072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Zhangliang CHEN</dc:creator>
  <cp:lastModifiedBy>Zhangliang CHEN</cp:lastModifiedBy>
  <cp:revision>1</cp:revision>
  <dcterms:created xsi:type="dcterms:W3CDTF">2026-10-02T07:07:24Z</dcterms:created>
  <dcterms:modified xsi:type="dcterms:W3CDTF">2026-10-02T07:07:24Z</dcterms:modified>
</cp:coreProperties>
</file>