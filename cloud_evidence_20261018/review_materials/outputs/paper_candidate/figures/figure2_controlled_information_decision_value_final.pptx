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04431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2_controlled_information_decision_value_final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50443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