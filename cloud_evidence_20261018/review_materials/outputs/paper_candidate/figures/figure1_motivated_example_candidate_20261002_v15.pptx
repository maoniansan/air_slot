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480175" cy="3240088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465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F69FC5-7FF0-8561-500A-B041F35968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0023" y="530264"/>
            <a:ext cx="4860131" cy="1128031"/>
          </a:xfrm>
        </p:spPr>
        <p:txBody>
          <a:bodyPr anchor="b"/>
          <a:lstStyle>
            <a:lvl1pPr algn="ctr">
              <a:defRPr sz="1507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B18B79F-5D47-155D-E5F9-6739E7EEF2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23" y="1701796"/>
            <a:ext cx="4860131" cy="782271"/>
          </a:xfrm>
        </p:spPr>
        <p:txBody>
          <a:bodyPr/>
          <a:lstStyle>
            <a:lvl1pPr marL="0" indent="0" algn="ctr">
              <a:buNone/>
              <a:defRPr sz="603"/>
            </a:lvl1pPr>
            <a:lvl2pPr marL="114818" indent="0" algn="ctr">
              <a:buNone/>
              <a:defRPr sz="502"/>
            </a:lvl2pPr>
            <a:lvl3pPr marL="229637" indent="0" algn="ctr">
              <a:buNone/>
              <a:defRPr sz="452"/>
            </a:lvl3pPr>
            <a:lvl4pPr marL="344455" indent="0" algn="ctr">
              <a:buNone/>
              <a:defRPr sz="402"/>
            </a:lvl4pPr>
            <a:lvl5pPr marL="459273" indent="0" algn="ctr">
              <a:buNone/>
              <a:defRPr sz="402"/>
            </a:lvl5pPr>
            <a:lvl6pPr marL="574092" indent="0" algn="ctr">
              <a:buNone/>
              <a:defRPr sz="402"/>
            </a:lvl6pPr>
            <a:lvl7pPr marL="688910" indent="0" algn="ctr">
              <a:buNone/>
              <a:defRPr sz="402"/>
            </a:lvl7pPr>
            <a:lvl8pPr marL="803729" indent="0" algn="ctr">
              <a:buNone/>
              <a:defRPr sz="402"/>
            </a:lvl8pPr>
            <a:lvl9pPr marL="918547" indent="0" algn="ctr">
              <a:buNone/>
              <a:defRPr sz="402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38A7C6-3059-E543-ACC1-71EA11CB3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B714A-E5BB-4BF4-ACF9-B6B15A7C6360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2A3006-BF4B-3CF1-A190-8740FA19B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2271F3-31FC-5F51-0C1E-D8FDAEF65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EF4F4-68A8-401E-8D01-69D7F43F34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4414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522ECA-6619-40AB-30BD-FECA6DDD5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58DA9A-3A00-A44B-EF5F-68633822E7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83B515-5009-D2D1-C61C-09BE4ACFB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B714A-E5BB-4BF4-ACF9-B6B15A7C6360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D8C443-9AF9-DFED-6CDF-69CDA7C62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50374E-912D-1A5E-7AD9-38D8D91EB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EF4F4-68A8-401E-8D01-69D7F43F34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346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ED6B4A-F72C-9D9B-080C-C13E89ED5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138" y="807773"/>
            <a:ext cx="5589151" cy="1347786"/>
          </a:xfrm>
        </p:spPr>
        <p:txBody>
          <a:bodyPr anchor="b"/>
          <a:lstStyle>
            <a:lvl1pPr>
              <a:defRPr sz="1507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CE9A72-6E01-9B76-682A-F13CC35E5D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2138" y="2168310"/>
            <a:ext cx="5589151" cy="708769"/>
          </a:xfrm>
        </p:spPr>
        <p:txBody>
          <a:bodyPr/>
          <a:lstStyle>
            <a:lvl1pPr marL="0" indent="0">
              <a:buNone/>
              <a:defRPr sz="603">
                <a:solidFill>
                  <a:schemeClr val="tx1">
                    <a:tint val="75000"/>
                  </a:schemeClr>
                </a:solidFill>
              </a:defRPr>
            </a:lvl1pPr>
            <a:lvl2pPr marL="114818" indent="0">
              <a:buNone/>
              <a:defRPr sz="502">
                <a:solidFill>
                  <a:schemeClr val="tx1">
                    <a:tint val="75000"/>
                  </a:schemeClr>
                </a:solidFill>
              </a:defRPr>
            </a:lvl2pPr>
            <a:lvl3pPr marL="229637" indent="0">
              <a:buNone/>
              <a:defRPr sz="452">
                <a:solidFill>
                  <a:schemeClr val="tx1">
                    <a:tint val="75000"/>
                  </a:schemeClr>
                </a:solidFill>
              </a:defRPr>
            </a:lvl3pPr>
            <a:lvl4pPr marL="344455" indent="0">
              <a:buNone/>
              <a:defRPr sz="402">
                <a:solidFill>
                  <a:schemeClr val="tx1">
                    <a:tint val="75000"/>
                  </a:schemeClr>
                </a:solidFill>
              </a:defRPr>
            </a:lvl4pPr>
            <a:lvl5pPr marL="459273" indent="0">
              <a:buNone/>
              <a:defRPr sz="402">
                <a:solidFill>
                  <a:schemeClr val="tx1">
                    <a:tint val="75000"/>
                  </a:schemeClr>
                </a:solidFill>
              </a:defRPr>
            </a:lvl5pPr>
            <a:lvl6pPr marL="574092" indent="0">
              <a:buNone/>
              <a:defRPr sz="402">
                <a:solidFill>
                  <a:schemeClr val="tx1">
                    <a:tint val="75000"/>
                  </a:schemeClr>
                </a:solidFill>
              </a:defRPr>
            </a:lvl6pPr>
            <a:lvl7pPr marL="688910" indent="0">
              <a:buNone/>
              <a:defRPr sz="402">
                <a:solidFill>
                  <a:schemeClr val="tx1">
                    <a:tint val="75000"/>
                  </a:schemeClr>
                </a:solidFill>
              </a:defRPr>
            </a:lvl7pPr>
            <a:lvl8pPr marL="803729" indent="0">
              <a:buNone/>
              <a:defRPr sz="402">
                <a:solidFill>
                  <a:schemeClr val="tx1">
                    <a:tint val="75000"/>
                  </a:schemeClr>
                </a:solidFill>
              </a:defRPr>
            </a:lvl8pPr>
            <a:lvl9pPr marL="918547" indent="0">
              <a:buNone/>
              <a:defRPr sz="40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756C9E-0334-4FE0-A66F-371B8C1A8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B714A-E5BB-4BF4-ACF9-B6B15A7C6360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16A899-17FC-6067-4D7D-F15F0BFFE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961EC0-517E-CFCC-A2ED-270140254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EF4F4-68A8-401E-8D01-69D7F43F34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6287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EBAAB7-1195-0094-3A08-DB4697519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A3BB90-905D-ACBC-BDCB-8FD248613A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5512" y="862523"/>
            <a:ext cx="2754074" cy="205580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3EA547E-84BD-61AC-54CE-13F9ED5F65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80589" y="862523"/>
            <a:ext cx="2754074" cy="205580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8C45C1B-7764-42BD-FF4F-38A1DDF20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B714A-E5BB-4BF4-ACF9-B6B15A7C6360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4F2DE5-2508-8006-E417-37F7A271A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F898222-67E2-9C76-52EE-0F3272AE7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EF4F4-68A8-401E-8D01-69D7F43F34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3063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44FBEF-1373-0775-D36F-FD68D26F8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57" y="172506"/>
            <a:ext cx="5589151" cy="62626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7245347-9944-8695-75C4-6F0667762C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6356" y="794272"/>
            <a:ext cx="2741418" cy="389260"/>
          </a:xfrm>
        </p:spPr>
        <p:txBody>
          <a:bodyPr anchor="b"/>
          <a:lstStyle>
            <a:lvl1pPr marL="0" indent="0">
              <a:buNone/>
              <a:defRPr sz="603" b="1"/>
            </a:lvl1pPr>
            <a:lvl2pPr marL="114818" indent="0">
              <a:buNone/>
              <a:defRPr sz="502" b="1"/>
            </a:lvl2pPr>
            <a:lvl3pPr marL="229637" indent="0">
              <a:buNone/>
              <a:defRPr sz="452" b="1"/>
            </a:lvl3pPr>
            <a:lvl4pPr marL="344455" indent="0">
              <a:buNone/>
              <a:defRPr sz="402" b="1"/>
            </a:lvl4pPr>
            <a:lvl5pPr marL="459273" indent="0">
              <a:buNone/>
              <a:defRPr sz="402" b="1"/>
            </a:lvl5pPr>
            <a:lvl6pPr marL="574092" indent="0">
              <a:buNone/>
              <a:defRPr sz="402" b="1"/>
            </a:lvl6pPr>
            <a:lvl7pPr marL="688910" indent="0">
              <a:buNone/>
              <a:defRPr sz="402" b="1"/>
            </a:lvl7pPr>
            <a:lvl8pPr marL="803729" indent="0">
              <a:buNone/>
              <a:defRPr sz="402" b="1"/>
            </a:lvl8pPr>
            <a:lvl9pPr marL="918547" indent="0">
              <a:buNone/>
              <a:defRPr sz="40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86AE089-3E67-D96A-7CAF-69A9D65CD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6356" y="1183532"/>
            <a:ext cx="2741418" cy="174079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58D3B6-AEE0-837D-E346-3E21468D65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280589" y="794272"/>
            <a:ext cx="2754918" cy="389260"/>
          </a:xfrm>
        </p:spPr>
        <p:txBody>
          <a:bodyPr anchor="b"/>
          <a:lstStyle>
            <a:lvl1pPr marL="0" indent="0">
              <a:buNone/>
              <a:defRPr sz="603" b="1"/>
            </a:lvl1pPr>
            <a:lvl2pPr marL="114818" indent="0">
              <a:buNone/>
              <a:defRPr sz="502" b="1"/>
            </a:lvl2pPr>
            <a:lvl3pPr marL="229637" indent="0">
              <a:buNone/>
              <a:defRPr sz="452" b="1"/>
            </a:lvl3pPr>
            <a:lvl4pPr marL="344455" indent="0">
              <a:buNone/>
              <a:defRPr sz="402" b="1"/>
            </a:lvl4pPr>
            <a:lvl5pPr marL="459273" indent="0">
              <a:buNone/>
              <a:defRPr sz="402" b="1"/>
            </a:lvl5pPr>
            <a:lvl6pPr marL="574092" indent="0">
              <a:buNone/>
              <a:defRPr sz="402" b="1"/>
            </a:lvl6pPr>
            <a:lvl7pPr marL="688910" indent="0">
              <a:buNone/>
              <a:defRPr sz="402" b="1"/>
            </a:lvl7pPr>
            <a:lvl8pPr marL="803729" indent="0">
              <a:buNone/>
              <a:defRPr sz="402" b="1"/>
            </a:lvl8pPr>
            <a:lvl9pPr marL="918547" indent="0">
              <a:buNone/>
              <a:defRPr sz="40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2BAD5EE-9880-0666-7C11-6272ADA1DD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280589" y="1183532"/>
            <a:ext cx="2754918" cy="174079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D6F26D3-E6AE-6F0E-C102-347A07ACF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B714A-E5BB-4BF4-ACF9-B6B15A7C6360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89E6274-3B18-B98A-78BC-2B6779607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0F82EC3-BBA6-1E62-396F-A42DFB782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EF4F4-68A8-401E-8D01-69D7F43F34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4683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24DDC9-9919-2FF0-7BB6-295C7C71E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D26E494-BBF1-18E1-E737-902BD6C94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B714A-E5BB-4BF4-ACF9-B6B15A7C6360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68EAE28-C776-00DE-5636-5265C404A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97FC392-1DAF-51A1-BA88-AFEAEEF59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EF4F4-68A8-401E-8D01-69D7F43F34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0568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38B8658-FF4D-B3C8-509F-1FF83DFDB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B714A-E5BB-4BF4-ACF9-B6B15A7C6360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06EFF66-00E7-F068-E96E-08123EC3A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B2FE21-C2DC-0362-5773-D063E21F8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EF4F4-68A8-401E-8D01-69D7F43F34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8548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0EEF53-C9D3-5238-9AE4-BA5AC039B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57" y="216006"/>
            <a:ext cx="2090025" cy="756021"/>
          </a:xfrm>
        </p:spPr>
        <p:txBody>
          <a:bodyPr anchor="b"/>
          <a:lstStyle>
            <a:lvl1pPr>
              <a:defRPr sz="804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5ED863-F5C9-8EEB-E5EB-D4B0068484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4919" y="466513"/>
            <a:ext cx="3280589" cy="2302563"/>
          </a:xfrm>
        </p:spPr>
        <p:txBody>
          <a:bodyPr/>
          <a:lstStyle>
            <a:lvl1pPr>
              <a:defRPr sz="804"/>
            </a:lvl1pPr>
            <a:lvl2pPr>
              <a:defRPr sz="703"/>
            </a:lvl2pPr>
            <a:lvl3pPr>
              <a:defRPr sz="603"/>
            </a:lvl3pPr>
            <a:lvl4pPr>
              <a:defRPr sz="502"/>
            </a:lvl4pPr>
            <a:lvl5pPr>
              <a:defRPr sz="502"/>
            </a:lvl5pPr>
            <a:lvl6pPr>
              <a:defRPr sz="502"/>
            </a:lvl6pPr>
            <a:lvl7pPr>
              <a:defRPr sz="502"/>
            </a:lvl7pPr>
            <a:lvl8pPr>
              <a:defRPr sz="502"/>
            </a:lvl8pPr>
            <a:lvl9pPr>
              <a:defRPr sz="502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18C07C-C084-02DF-7C74-F79F43DDB5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6357" y="972026"/>
            <a:ext cx="2090025" cy="1800799"/>
          </a:xfrm>
        </p:spPr>
        <p:txBody>
          <a:bodyPr/>
          <a:lstStyle>
            <a:lvl1pPr marL="0" indent="0">
              <a:buNone/>
              <a:defRPr sz="402"/>
            </a:lvl1pPr>
            <a:lvl2pPr marL="114818" indent="0">
              <a:buNone/>
              <a:defRPr sz="352"/>
            </a:lvl2pPr>
            <a:lvl3pPr marL="229637" indent="0">
              <a:buNone/>
              <a:defRPr sz="301"/>
            </a:lvl3pPr>
            <a:lvl4pPr marL="344455" indent="0">
              <a:buNone/>
              <a:defRPr sz="251"/>
            </a:lvl4pPr>
            <a:lvl5pPr marL="459273" indent="0">
              <a:buNone/>
              <a:defRPr sz="251"/>
            </a:lvl5pPr>
            <a:lvl6pPr marL="574092" indent="0">
              <a:buNone/>
              <a:defRPr sz="251"/>
            </a:lvl6pPr>
            <a:lvl7pPr marL="688910" indent="0">
              <a:buNone/>
              <a:defRPr sz="251"/>
            </a:lvl7pPr>
            <a:lvl8pPr marL="803729" indent="0">
              <a:buNone/>
              <a:defRPr sz="251"/>
            </a:lvl8pPr>
            <a:lvl9pPr marL="918547" indent="0">
              <a:buNone/>
              <a:defRPr sz="25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0D7168D-0A7B-E409-A531-E3090B295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B714A-E5BB-4BF4-ACF9-B6B15A7C6360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C8E23BB-9FDE-DDB9-A03E-19749C4EC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C64DA57-5AA4-CE75-8CB2-E7D6A4E11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EF4F4-68A8-401E-8D01-69D7F43F34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678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DD25A0-2364-53E0-1A6B-AC59491EB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57" y="216006"/>
            <a:ext cx="2090025" cy="756021"/>
          </a:xfrm>
        </p:spPr>
        <p:txBody>
          <a:bodyPr anchor="b"/>
          <a:lstStyle>
            <a:lvl1pPr>
              <a:defRPr sz="804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75A21D7-CD41-476D-3645-549E1FB9735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2754919" y="466513"/>
            <a:ext cx="3280589" cy="2302563"/>
          </a:xfrm>
        </p:spPr>
        <p:txBody>
          <a:bodyPr/>
          <a:lstStyle>
            <a:lvl1pPr marL="0" indent="0">
              <a:buNone/>
              <a:defRPr sz="804"/>
            </a:lvl1pPr>
            <a:lvl2pPr marL="114818" indent="0">
              <a:buNone/>
              <a:defRPr sz="703"/>
            </a:lvl2pPr>
            <a:lvl3pPr marL="229637" indent="0">
              <a:buNone/>
              <a:defRPr sz="603"/>
            </a:lvl3pPr>
            <a:lvl4pPr marL="344455" indent="0">
              <a:buNone/>
              <a:defRPr sz="502"/>
            </a:lvl4pPr>
            <a:lvl5pPr marL="459273" indent="0">
              <a:buNone/>
              <a:defRPr sz="502"/>
            </a:lvl5pPr>
            <a:lvl6pPr marL="574092" indent="0">
              <a:buNone/>
              <a:defRPr sz="502"/>
            </a:lvl6pPr>
            <a:lvl7pPr marL="688910" indent="0">
              <a:buNone/>
              <a:defRPr sz="502"/>
            </a:lvl7pPr>
            <a:lvl8pPr marL="803729" indent="0">
              <a:buNone/>
              <a:defRPr sz="502"/>
            </a:lvl8pPr>
            <a:lvl9pPr marL="918547" indent="0">
              <a:buNone/>
              <a:defRPr sz="502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0189C33-C8AB-EBE4-4587-36B990C044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6357" y="972026"/>
            <a:ext cx="2090025" cy="1800799"/>
          </a:xfrm>
        </p:spPr>
        <p:txBody>
          <a:bodyPr/>
          <a:lstStyle>
            <a:lvl1pPr marL="0" indent="0">
              <a:buNone/>
              <a:defRPr sz="402"/>
            </a:lvl1pPr>
            <a:lvl2pPr marL="114818" indent="0">
              <a:buNone/>
              <a:defRPr sz="352"/>
            </a:lvl2pPr>
            <a:lvl3pPr marL="229637" indent="0">
              <a:buNone/>
              <a:defRPr sz="301"/>
            </a:lvl3pPr>
            <a:lvl4pPr marL="344455" indent="0">
              <a:buNone/>
              <a:defRPr sz="251"/>
            </a:lvl4pPr>
            <a:lvl5pPr marL="459273" indent="0">
              <a:buNone/>
              <a:defRPr sz="251"/>
            </a:lvl5pPr>
            <a:lvl6pPr marL="574092" indent="0">
              <a:buNone/>
              <a:defRPr sz="251"/>
            </a:lvl6pPr>
            <a:lvl7pPr marL="688910" indent="0">
              <a:buNone/>
              <a:defRPr sz="251"/>
            </a:lvl7pPr>
            <a:lvl8pPr marL="803729" indent="0">
              <a:buNone/>
              <a:defRPr sz="251"/>
            </a:lvl8pPr>
            <a:lvl9pPr marL="918547" indent="0">
              <a:buNone/>
              <a:defRPr sz="25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5B58960-20E9-7B26-88B3-E4532B5B7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B714A-E5BB-4BF4-ACF9-B6B15A7C6360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AEE5F8E-FD75-028A-CADE-1EF5E4DE4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4F73E08-3721-4ADE-9DCA-998558004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EF4F4-68A8-401E-8D01-69D7F43F34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3521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514407-8992-C1C7-D3E4-502C09B83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F396C17-B65A-7333-C255-FA68A6F66B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6EAEEE-435D-33E9-98FD-521CA74E2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B714A-E5BB-4BF4-ACF9-B6B15A7C6360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4AE20C-7A0F-760F-D280-5BC70CE57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C21BDE-BD4F-8604-F035-F45BAB2B8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EF4F4-68A8-401E-8D01-69D7F43F34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4871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F1C1FC8-E3BA-36D9-6D5E-CFE6392881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637375" y="172505"/>
            <a:ext cx="1397288" cy="27458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FC3CFE4-B5AE-F718-552A-04B28AC5A2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45513" y="172505"/>
            <a:ext cx="4110861" cy="27458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23A80B-2A42-5437-8AF8-EDD536FAE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B714A-E5BB-4BF4-ACF9-B6B15A7C6360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17BEBF-8779-3DCB-F415-A1EA7FE1B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526283-5052-BB7A-B1B1-02F4A3C2F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EF4F4-68A8-401E-8D01-69D7F43F34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7684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B5C402D-BCB4-F806-10B2-D92F745F7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513" y="172506"/>
            <a:ext cx="5589151" cy="626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57916C0-3785-1C3B-98EC-62965AE6F4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5513" y="862523"/>
            <a:ext cx="5589151" cy="2055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91CFAF-415F-1426-48BA-E9D449ED2B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5513" y="3003082"/>
            <a:ext cx="1458039" cy="1725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8B714A-E5BB-4BF4-ACF9-B6B15A7C6360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52D162-0D70-7308-9DFA-4685011D69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46559" y="3003082"/>
            <a:ext cx="2187059" cy="1725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98EDFE-9CD3-C8C6-5984-C7135B9EB7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6625" y="3003082"/>
            <a:ext cx="1458039" cy="1725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1EF4F4-68A8-401E-8D01-69D7F43F34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3404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229637" rtl="0" eaLnBrk="1" latinLnBrk="0" hangingPunct="1">
        <a:lnSpc>
          <a:spcPct val="90000"/>
        </a:lnSpc>
        <a:spcBef>
          <a:spcPct val="0"/>
        </a:spcBef>
        <a:buNone/>
        <a:defRPr sz="110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7409" indent="-57409" algn="l" defTabSz="229637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703" kern="1200">
          <a:solidFill>
            <a:schemeClr val="tx1"/>
          </a:solidFill>
          <a:latin typeface="+mn-lt"/>
          <a:ea typeface="+mn-ea"/>
          <a:cs typeface="+mn-cs"/>
        </a:defRPr>
      </a:lvl1pPr>
      <a:lvl2pPr marL="172228" indent="-57409" algn="l" defTabSz="229637" rtl="0" eaLnBrk="1" latinLnBrk="0" hangingPunct="1">
        <a:lnSpc>
          <a:spcPct val="90000"/>
        </a:lnSpc>
        <a:spcBef>
          <a:spcPts val="126"/>
        </a:spcBef>
        <a:buFont typeface="Arial" panose="020B0604020202020204" pitchFamily="34" charset="0"/>
        <a:buChar char="•"/>
        <a:defRPr sz="603" kern="1200">
          <a:solidFill>
            <a:schemeClr val="tx1"/>
          </a:solidFill>
          <a:latin typeface="+mn-lt"/>
          <a:ea typeface="+mn-ea"/>
          <a:cs typeface="+mn-cs"/>
        </a:defRPr>
      </a:lvl2pPr>
      <a:lvl3pPr marL="287046" indent="-57409" algn="l" defTabSz="229637" rtl="0" eaLnBrk="1" latinLnBrk="0" hangingPunct="1">
        <a:lnSpc>
          <a:spcPct val="90000"/>
        </a:lnSpc>
        <a:spcBef>
          <a:spcPts val="126"/>
        </a:spcBef>
        <a:buFont typeface="Arial" panose="020B0604020202020204" pitchFamily="34" charset="0"/>
        <a:buChar char="•"/>
        <a:defRPr sz="502" kern="1200">
          <a:solidFill>
            <a:schemeClr val="tx1"/>
          </a:solidFill>
          <a:latin typeface="+mn-lt"/>
          <a:ea typeface="+mn-ea"/>
          <a:cs typeface="+mn-cs"/>
        </a:defRPr>
      </a:lvl3pPr>
      <a:lvl4pPr marL="401864" indent="-57409" algn="l" defTabSz="229637" rtl="0" eaLnBrk="1" latinLnBrk="0" hangingPunct="1">
        <a:lnSpc>
          <a:spcPct val="90000"/>
        </a:lnSpc>
        <a:spcBef>
          <a:spcPts val="126"/>
        </a:spcBef>
        <a:buFont typeface="Arial" panose="020B0604020202020204" pitchFamily="34" charset="0"/>
        <a:buChar char="•"/>
        <a:defRPr sz="452" kern="1200">
          <a:solidFill>
            <a:schemeClr val="tx1"/>
          </a:solidFill>
          <a:latin typeface="+mn-lt"/>
          <a:ea typeface="+mn-ea"/>
          <a:cs typeface="+mn-cs"/>
        </a:defRPr>
      </a:lvl4pPr>
      <a:lvl5pPr marL="516683" indent="-57409" algn="l" defTabSz="229637" rtl="0" eaLnBrk="1" latinLnBrk="0" hangingPunct="1">
        <a:lnSpc>
          <a:spcPct val="90000"/>
        </a:lnSpc>
        <a:spcBef>
          <a:spcPts val="126"/>
        </a:spcBef>
        <a:buFont typeface="Arial" panose="020B0604020202020204" pitchFamily="34" charset="0"/>
        <a:buChar char="•"/>
        <a:defRPr sz="452" kern="1200">
          <a:solidFill>
            <a:schemeClr val="tx1"/>
          </a:solidFill>
          <a:latin typeface="+mn-lt"/>
          <a:ea typeface="+mn-ea"/>
          <a:cs typeface="+mn-cs"/>
        </a:defRPr>
      </a:lvl5pPr>
      <a:lvl6pPr marL="631501" indent="-57409" algn="l" defTabSz="229637" rtl="0" eaLnBrk="1" latinLnBrk="0" hangingPunct="1">
        <a:lnSpc>
          <a:spcPct val="90000"/>
        </a:lnSpc>
        <a:spcBef>
          <a:spcPts val="126"/>
        </a:spcBef>
        <a:buFont typeface="Arial" panose="020B0604020202020204" pitchFamily="34" charset="0"/>
        <a:buChar char="•"/>
        <a:defRPr sz="452" kern="1200">
          <a:solidFill>
            <a:schemeClr val="tx1"/>
          </a:solidFill>
          <a:latin typeface="+mn-lt"/>
          <a:ea typeface="+mn-ea"/>
          <a:cs typeface="+mn-cs"/>
        </a:defRPr>
      </a:lvl6pPr>
      <a:lvl7pPr marL="746319" indent="-57409" algn="l" defTabSz="229637" rtl="0" eaLnBrk="1" latinLnBrk="0" hangingPunct="1">
        <a:lnSpc>
          <a:spcPct val="90000"/>
        </a:lnSpc>
        <a:spcBef>
          <a:spcPts val="126"/>
        </a:spcBef>
        <a:buFont typeface="Arial" panose="020B0604020202020204" pitchFamily="34" charset="0"/>
        <a:buChar char="•"/>
        <a:defRPr sz="452" kern="1200">
          <a:solidFill>
            <a:schemeClr val="tx1"/>
          </a:solidFill>
          <a:latin typeface="+mn-lt"/>
          <a:ea typeface="+mn-ea"/>
          <a:cs typeface="+mn-cs"/>
        </a:defRPr>
      </a:lvl7pPr>
      <a:lvl8pPr marL="861138" indent="-57409" algn="l" defTabSz="229637" rtl="0" eaLnBrk="1" latinLnBrk="0" hangingPunct="1">
        <a:lnSpc>
          <a:spcPct val="90000"/>
        </a:lnSpc>
        <a:spcBef>
          <a:spcPts val="126"/>
        </a:spcBef>
        <a:buFont typeface="Arial" panose="020B0604020202020204" pitchFamily="34" charset="0"/>
        <a:buChar char="•"/>
        <a:defRPr sz="452" kern="1200">
          <a:solidFill>
            <a:schemeClr val="tx1"/>
          </a:solidFill>
          <a:latin typeface="+mn-lt"/>
          <a:ea typeface="+mn-ea"/>
          <a:cs typeface="+mn-cs"/>
        </a:defRPr>
      </a:lvl8pPr>
      <a:lvl9pPr marL="975956" indent="-57409" algn="l" defTabSz="229637" rtl="0" eaLnBrk="1" latinLnBrk="0" hangingPunct="1">
        <a:lnSpc>
          <a:spcPct val="90000"/>
        </a:lnSpc>
        <a:spcBef>
          <a:spcPts val="126"/>
        </a:spcBef>
        <a:buFont typeface="Arial" panose="020B0604020202020204" pitchFamily="34" charset="0"/>
        <a:buChar char="•"/>
        <a:defRPr sz="45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229637" rtl="0" eaLnBrk="1" latinLnBrk="0" hangingPunct="1">
        <a:defRPr sz="452" kern="1200">
          <a:solidFill>
            <a:schemeClr val="tx1"/>
          </a:solidFill>
          <a:latin typeface="+mn-lt"/>
          <a:ea typeface="+mn-ea"/>
          <a:cs typeface="+mn-cs"/>
        </a:defRPr>
      </a:lvl1pPr>
      <a:lvl2pPr marL="114818" algn="l" defTabSz="229637" rtl="0" eaLnBrk="1" latinLnBrk="0" hangingPunct="1">
        <a:defRPr sz="452" kern="1200">
          <a:solidFill>
            <a:schemeClr val="tx1"/>
          </a:solidFill>
          <a:latin typeface="+mn-lt"/>
          <a:ea typeface="+mn-ea"/>
          <a:cs typeface="+mn-cs"/>
        </a:defRPr>
      </a:lvl2pPr>
      <a:lvl3pPr marL="229637" algn="l" defTabSz="229637" rtl="0" eaLnBrk="1" latinLnBrk="0" hangingPunct="1">
        <a:defRPr sz="452" kern="1200">
          <a:solidFill>
            <a:schemeClr val="tx1"/>
          </a:solidFill>
          <a:latin typeface="+mn-lt"/>
          <a:ea typeface="+mn-ea"/>
          <a:cs typeface="+mn-cs"/>
        </a:defRPr>
      </a:lvl3pPr>
      <a:lvl4pPr marL="344455" algn="l" defTabSz="229637" rtl="0" eaLnBrk="1" latinLnBrk="0" hangingPunct="1">
        <a:defRPr sz="452" kern="1200">
          <a:solidFill>
            <a:schemeClr val="tx1"/>
          </a:solidFill>
          <a:latin typeface="+mn-lt"/>
          <a:ea typeface="+mn-ea"/>
          <a:cs typeface="+mn-cs"/>
        </a:defRPr>
      </a:lvl4pPr>
      <a:lvl5pPr marL="459273" algn="l" defTabSz="229637" rtl="0" eaLnBrk="1" latinLnBrk="0" hangingPunct="1">
        <a:defRPr sz="452" kern="1200">
          <a:solidFill>
            <a:schemeClr val="tx1"/>
          </a:solidFill>
          <a:latin typeface="+mn-lt"/>
          <a:ea typeface="+mn-ea"/>
          <a:cs typeface="+mn-cs"/>
        </a:defRPr>
      </a:lvl5pPr>
      <a:lvl6pPr marL="574092" algn="l" defTabSz="229637" rtl="0" eaLnBrk="1" latinLnBrk="0" hangingPunct="1">
        <a:defRPr sz="452" kern="1200">
          <a:solidFill>
            <a:schemeClr val="tx1"/>
          </a:solidFill>
          <a:latin typeface="+mn-lt"/>
          <a:ea typeface="+mn-ea"/>
          <a:cs typeface="+mn-cs"/>
        </a:defRPr>
      </a:lvl6pPr>
      <a:lvl7pPr marL="688910" algn="l" defTabSz="229637" rtl="0" eaLnBrk="1" latinLnBrk="0" hangingPunct="1">
        <a:defRPr sz="452" kern="1200">
          <a:solidFill>
            <a:schemeClr val="tx1"/>
          </a:solidFill>
          <a:latin typeface="+mn-lt"/>
          <a:ea typeface="+mn-ea"/>
          <a:cs typeface="+mn-cs"/>
        </a:defRPr>
      </a:lvl7pPr>
      <a:lvl8pPr marL="803729" algn="l" defTabSz="229637" rtl="0" eaLnBrk="1" latinLnBrk="0" hangingPunct="1">
        <a:defRPr sz="452" kern="1200">
          <a:solidFill>
            <a:schemeClr val="tx1"/>
          </a:solidFill>
          <a:latin typeface="+mn-lt"/>
          <a:ea typeface="+mn-ea"/>
          <a:cs typeface="+mn-cs"/>
        </a:defRPr>
      </a:lvl8pPr>
      <a:lvl9pPr marL="918547" algn="l" defTabSz="229637" rtl="0" eaLnBrk="1" latinLnBrk="0" hangingPunct="1">
        <a:defRPr sz="45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形 2">
            <a:extLst>
              <a:ext uri="{FF2B5EF4-FFF2-40B4-BE49-F238E27FC236}">
                <a16:creationId xmlns:a16="http://schemas.microsoft.com/office/drawing/2014/main" id="{45906EC8-3CF9-45A3-855C-B5A3C5C6C7BC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6479997" cy="323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206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Zhangliang CHEN</dc:creator>
  <cp:lastModifiedBy>Zhangliang CHEN</cp:lastModifiedBy>
  <cp:revision>1</cp:revision>
  <dcterms:created xsi:type="dcterms:W3CDTF">2026-10-02T05:47:42Z</dcterms:created>
  <dcterms:modified xsi:type="dcterms:W3CDTF">2026-10-02T05:47:42Z</dcterms:modified>
</cp:coreProperties>
</file>