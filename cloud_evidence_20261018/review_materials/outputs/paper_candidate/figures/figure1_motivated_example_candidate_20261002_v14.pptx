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480175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46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B80F2-DAB3-C5C4-09C1-76B7E03D1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23" y="530264"/>
            <a:ext cx="4860131" cy="1128031"/>
          </a:xfrm>
        </p:spPr>
        <p:txBody>
          <a:bodyPr anchor="b"/>
          <a:lstStyle>
            <a:lvl1pPr algn="ctr"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A38325-DD6E-BF6B-9DCA-992D2FD64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23" y="1701796"/>
            <a:ext cx="4860131" cy="782271"/>
          </a:xfrm>
        </p:spPr>
        <p:txBody>
          <a:bodyPr/>
          <a:lstStyle>
            <a:lvl1pPr marL="0" indent="0" algn="ctr">
              <a:buNone/>
              <a:defRPr sz="603"/>
            </a:lvl1pPr>
            <a:lvl2pPr marL="114818" indent="0" algn="ctr">
              <a:buNone/>
              <a:defRPr sz="502"/>
            </a:lvl2pPr>
            <a:lvl3pPr marL="229637" indent="0" algn="ctr">
              <a:buNone/>
              <a:defRPr sz="452"/>
            </a:lvl3pPr>
            <a:lvl4pPr marL="344455" indent="0" algn="ctr">
              <a:buNone/>
              <a:defRPr sz="402"/>
            </a:lvl4pPr>
            <a:lvl5pPr marL="459273" indent="0" algn="ctr">
              <a:buNone/>
              <a:defRPr sz="402"/>
            </a:lvl5pPr>
            <a:lvl6pPr marL="574092" indent="0" algn="ctr">
              <a:buNone/>
              <a:defRPr sz="402"/>
            </a:lvl6pPr>
            <a:lvl7pPr marL="688910" indent="0" algn="ctr">
              <a:buNone/>
              <a:defRPr sz="402"/>
            </a:lvl7pPr>
            <a:lvl8pPr marL="803729" indent="0" algn="ctr">
              <a:buNone/>
              <a:defRPr sz="402"/>
            </a:lvl8pPr>
            <a:lvl9pPr marL="918547" indent="0" algn="ctr">
              <a:buNone/>
              <a:defRPr sz="40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07705D-6BF1-94A1-DA08-443A96F8C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7DA32A-E761-C778-1B2B-18CB3692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05A97-6B70-476D-92F5-85812FAA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34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A61A1-D99A-C16B-A73D-72526BFF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F12FD-0050-CEC3-B429-AA4EF2F46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2EDC7D-30BF-8CE0-1CF2-58F8A376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C1114-7F0A-0BF2-D75E-E2CB45BE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2540F8-FDE0-9BD1-3F9A-D52D9616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9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73D16-B0E9-E7B6-41FB-54CD342D0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38" y="807773"/>
            <a:ext cx="5589151" cy="1347786"/>
          </a:xfrm>
        </p:spPr>
        <p:txBody>
          <a:bodyPr anchor="b"/>
          <a:lstStyle>
            <a:lvl1pPr>
              <a:defRPr sz="150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516446-7C8D-91F0-99AB-30CC0AF72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138" y="2168310"/>
            <a:ext cx="5589151" cy="708769"/>
          </a:xfrm>
        </p:spPr>
        <p:txBody>
          <a:bodyPr/>
          <a:lstStyle>
            <a:lvl1pPr marL="0" indent="0">
              <a:buNone/>
              <a:defRPr sz="603">
                <a:solidFill>
                  <a:schemeClr val="tx1">
                    <a:tint val="75000"/>
                  </a:schemeClr>
                </a:solidFill>
              </a:defRPr>
            </a:lvl1pPr>
            <a:lvl2pPr marL="114818" indent="0">
              <a:buNone/>
              <a:defRPr sz="502">
                <a:solidFill>
                  <a:schemeClr val="tx1">
                    <a:tint val="75000"/>
                  </a:schemeClr>
                </a:solidFill>
              </a:defRPr>
            </a:lvl2pPr>
            <a:lvl3pPr marL="229637" indent="0">
              <a:buNone/>
              <a:defRPr sz="452">
                <a:solidFill>
                  <a:schemeClr val="tx1">
                    <a:tint val="75000"/>
                  </a:schemeClr>
                </a:solidFill>
              </a:defRPr>
            </a:lvl3pPr>
            <a:lvl4pPr marL="344455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4pPr>
            <a:lvl5pPr marL="459273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5pPr>
            <a:lvl6pPr marL="574092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6pPr>
            <a:lvl7pPr marL="688910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7pPr>
            <a:lvl8pPr marL="803729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8pPr>
            <a:lvl9pPr marL="918547" indent="0">
              <a:buNone/>
              <a:defRPr sz="4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AA1987-D441-44B4-AEAA-8A8199A1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0A234D-DF37-2104-936E-9C6574F18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3BF428-707B-E64C-37E9-4351A6EF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54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9A9B30-7ABB-DD4D-3B7E-0BFE4C32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44BDAC-2243-6551-C989-660D5123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5512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5AA366-E9ED-4C2A-76B9-3629B099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0589" y="862523"/>
            <a:ext cx="2754074" cy="20558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56A753-1C02-9163-81F8-365470306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E0572B-BAC0-E22B-04A2-06A09F79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0EAD9E-3FA9-3882-1B4B-9D05EFE7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814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F8BC2-8718-E614-0327-E9B18265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172506"/>
            <a:ext cx="5589151" cy="626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789F43-FC8E-3B80-EAD0-2DC7CFB7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56" y="794272"/>
            <a:ext cx="27414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B36501-188D-D9A2-7D7F-4EE4E5386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356" y="1183532"/>
            <a:ext cx="27414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D57DC2-DA9D-BDF8-AF49-660B3E51A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280589" y="794272"/>
            <a:ext cx="2754918" cy="389260"/>
          </a:xfrm>
        </p:spPr>
        <p:txBody>
          <a:bodyPr anchor="b"/>
          <a:lstStyle>
            <a:lvl1pPr marL="0" indent="0">
              <a:buNone/>
              <a:defRPr sz="603" b="1"/>
            </a:lvl1pPr>
            <a:lvl2pPr marL="114818" indent="0">
              <a:buNone/>
              <a:defRPr sz="502" b="1"/>
            </a:lvl2pPr>
            <a:lvl3pPr marL="229637" indent="0">
              <a:buNone/>
              <a:defRPr sz="452" b="1"/>
            </a:lvl3pPr>
            <a:lvl4pPr marL="344455" indent="0">
              <a:buNone/>
              <a:defRPr sz="402" b="1"/>
            </a:lvl4pPr>
            <a:lvl5pPr marL="459273" indent="0">
              <a:buNone/>
              <a:defRPr sz="402" b="1"/>
            </a:lvl5pPr>
            <a:lvl6pPr marL="574092" indent="0">
              <a:buNone/>
              <a:defRPr sz="402" b="1"/>
            </a:lvl6pPr>
            <a:lvl7pPr marL="688910" indent="0">
              <a:buNone/>
              <a:defRPr sz="402" b="1"/>
            </a:lvl7pPr>
            <a:lvl8pPr marL="803729" indent="0">
              <a:buNone/>
              <a:defRPr sz="402" b="1"/>
            </a:lvl8pPr>
            <a:lvl9pPr marL="918547" indent="0">
              <a:buNone/>
              <a:defRPr sz="40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FCCF37-6B1A-CACC-F51B-D1C483819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280589" y="1183532"/>
            <a:ext cx="2754918" cy="17407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D7AEB4-D65A-10B9-1AE8-51BBE8A2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D548B8-E7C8-F53D-034A-2B952A8D0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B7DD0D-D78E-0969-01B3-BE80EC22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1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E9B01F-CD75-5731-AB23-942D4FE2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E61A50-2CC2-1888-A13C-653C5458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917A90-A432-3A64-3310-356EAE047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A460C4-19BB-C9BE-7D54-F82EB7783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00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3793DE-4298-297F-333F-059B2732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0E87D1-E2BF-9320-8B54-CAB38880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C14117-EFA7-FBDA-1726-3A01BA8B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45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DDDAE0-497F-F76A-091C-C80D259E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09645-D007-0090-8888-909B1444B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>
              <a:defRPr sz="804"/>
            </a:lvl1pPr>
            <a:lvl2pPr>
              <a:defRPr sz="703"/>
            </a:lvl2pPr>
            <a:lvl3pPr>
              <a:defRPr sz="603"/>
            </a:lvl3pPr>
            <a:lvl4pPr>
              <a:defRPr sz="502"/>
            </a:lvl4pPr>
            <a:lvl5pPr>
              <a:defRPr sz="502"/>
            </a:lvl5pPr>
            <a:lvl6pPr>
              <a:defRPr sz="502"/>
            </a:lvl6pPr>
            <a:lvl7pPr>
              <a:defRPr sz="502"/>
            </a:lvl7pPr>
            <a:lvl8pPr>
              <a:defRPr sz="502"/>
            </a:lvl8pPr>
            <a:lvl9pPr>
              <a:defRPr sz="50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A3969B-9DF5-5D15-EB26-58745EB27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C19AAA-499F-B047-B4D8-75D2002A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460DC7-27C5-B259-95FA-FB15CFFE9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69D15D-8619-DE3B-B432-85890A9B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83FA6-6F86-59A0-D1A6-4D285C5E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57" y="216006"/>
            <a:ext cx="2090025" cy="756021"/>
          </a:xfrm>
        </p:spPr>
        <p:txBody>
          <a:bodyPr anchor="b"/>
          <a:lstStyle>
            <a:lvl1pPr>
              <a:defRPr sz="8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B96BAA-EF65-F28D-382F-A44DC1EEBE6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754919" y="466513"/>
            <a:ext cx="3280589" cy="2302563"/>
          </a:xfrm>
        </p:spPr>
        <p:txBody>
          <a:bodyPr/>
          <a:lstStyle>
            <a:lvl1pPr marL="0" indent="0">
              <a:buNone/>
              <a:defRPr sz="804"/>
            </a:lvl1pPr>
            <a:lvl2pPr marL="114818" indent="0">
              <a:buNone/>
              <a:defRPr sz="703"/>
            </a:lvl2pPr>
            <a:lvl3pPr marL="229637" indent="0">
              <a:buNone/>
              <a:defRPr sz="603"/>
            </a:lvl3pPr>
            <a:lvl4pPr marL="344455" indent="0">
              <a:buNone/>
              <a:defRPr sz="502"/>
            </a:lvl4pPr>
            <a:lvl5pPr marL="459273" indent="0">
              <a:buNone/>
              <a:defRPr sz="502"/>
            </a:lvl5pPr>
            <a:lvl6pPr marL="574092" indent="0">
              <a:buNone/>
              <a:defRPr sz="502"/>
            </a:lvl6pPr>
            <a:lvl7pPr marL="688910" indent="0">
              <a:buNone/>
              <a:defRPr sz="502"/>
            </a:lvl7pPr>
            <a:lvl8pPr marL="803729" indent="0">
              <a:buNone/>
              <a:defRPr sz="502"/>
            </a:lvl8pPr>
            <a:lvl9pPr marL="918547" indent="0">
              <a:buNone/>
              <a:defRPr sz="50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56347D-AA03-CF25-0640-E5AEB8766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57" y="972026"/>
            <a:ext cx="2090025" cy="1800799"/>
          </a:xfrm>
        </p:spPr>
        <p:txBody>
          <a:bodyPr/>
          <a:lstStyle>
            <a:lvl1pPr marL="0" indent="0">
              <a:buNone/>
              <a:defRPr sz="402"/>
            </a:lvl1pPr>
            <a:lvl2pPr marL="114818" indent="0">
              <a:buNone/>
              <a:defRPr sz="352"/>
            </a:lvl2pPr>
            <a:lvl3pPr marL="229637" indent="0">
              <a:buNone/>
              <a:defRPr sz="301"/>
            </a:lvl3pPr>
            <a:lvl4pPr marL="344455" indent="0">
              <a:buNone/>
              <a:defRPr sz="251"/>
            </a:lvl4pPr>
            <a:lvl5pPr marL="459273" indent="0">
              <a:buNone/>
              <a:defRPr sz="251"/>
            </a:lvl5pPr>
            <a:lvl6pPr marL="574092" indent="0">
              <a:buNone/>
              <a:defRPr sz="251"/>
            </a:lvl6pPr>
            <a:lvl7pPr marL="688910" indent="0">
              <a:buNone/>
              <a:defRPr sz="251"/>
            </a:lvl7pPr>
            <a:lvl8pPr marL="803729" indent="0">
              <a:buNone/>
              <a:defRPr sz="251"/>
            </a:lvl8pPr>
            <a:lvl9pPr marL="918547" indent="0">
              <a:buNone/>
              <a:defRPr sz="25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3AD3F3-0EF8-87C5-C953-51C638440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1497E-1A94-87C5-2F75-60F7866A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532737-2170-40E4-897D-B3B67000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608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E71231-2E37-B967-BA12-4DB6E91A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B4826E-BB44-9125-ABB0-E63DCAF7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709B0-D179-4C90-BF6F-CD108435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C50E-0C90-B806-F18E-D43539C5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8E19F2-3B48-0292-75FF-C1AFE14D4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04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B88095-67F2-97DC-D66C-D3C2BC97C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637375" y="172505"/>
            <a:ext cx="1397288" cy="27458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77DA07-C271-371C-AF89-0EF9A568A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5513" y="172505"/>
            <a:ext cx="4110861" cy="27458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C4300-FFF3-6731-85B2-A6EF9238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C2F76-135F-B5F7-6BBF-F2ABB03D0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57914E-3D55-49EB-B271-F7EFA84E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19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628EB7-C018-1269-1873-6B6F412C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513" y="172506"/>
            <a:ext cx="5589151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B259D9-7C55-1836-F397-94E37E06F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513" y="862523"/>
            <a:ext cx="5589151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E36553-D7E0-247B-F2A8-19498F386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5513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E8C8D-1696-4FBF-99F0-FFC5FDFA2623}" type="datetimeFigureOut">
              <a:rPr lang="zh-CN" altLang="en-US" smtClean="0"/>
              <a:t>2026/10/2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138B1F-62CC-ABBE-A9C4-59B36644D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46559" y="3003082"/>
            <a:ext cx="218705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C0AAAF-008D-E431-B61B-4AE931C03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6625" y="3003082"/>
            <a:ext cx="1458039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79691-481E-4B8B-A306-0C3F8ECF8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81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29637" rtl="0" eaLnBrk="1" latinLnBrk="0" hangingPunct="1">
        <a:lnSpc>
          <a:spcPct val="90000"/>
        </a:lnSpc>
        <a:spcBef>
          <a:spcPct val="0"/>
        </a:spcBef>
        <a:buNone/>
        <a:defRPr sz="11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09" indent="-57409" algn="l" defTabSz="229637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703" kern="1200">
          <a:solidFill>
            <a:schemeClr val="tx1"/>
          </a:solidFill>
          <a:latin typeface="+mn-lt"/>
          <a:ea typeface="+mn-ea"/>
          <a:cs typeface="+mn-cs"/>
        </a:defRPr>
      </a:lvl1pPr>
      <a:lvl2pPr marL="17222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3" kern="1200">
          <a:solidFill>
            <a:schemeClr val="tx1"/>
          </a:solidFill>
          <a:latin typeface="+mn-lt"/>
          <a:ea typeface="+mn-ea"/>
          <a:cs typeface="+mn-cs"/>
        </a:defRPr>
      </a:lvl2pPr>
      <a:lvl3pPr marL="28704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2" kern="1200">
          <a:solidFill>
            <a:schemeClr val="tx1"/>
          </a:solidFill>
          <a:latin typeface="+mn-lt"/>
          <a:ea typeface="+mn-ea"/>
          <a:cs typeface="+mn-cs"/>
        </a:defRPr>
      </a:lvl3pPr>
      <a:lvl4pPr marL="401864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516683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631501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746319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61138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75956" indent="-57409" algn="l" defTabSz="229637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1pPr>
      <a:lvl2pPr marL="114818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2pPr>
      <a:lvl3pPr marL="22963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3pPr>
      <a:lvl4pPr marL="344455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4pPr>
      <a:lvl5pPr marL="459273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5pPr>
      <a:lvl6pPr marL="574092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6pPr>
      <a:lvl7pPr marL="688910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7pPr>
      <a:lvl8pPr marL="803729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8pPr>
      <a:lvl9pPr marL="918547" algn="l" defTabSz="229637" rtl="0" eaLnBrk="1" latinLnBrk="0" hangingPunct="1">
        <a:defRPr sz="4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997D5B93-BFEF-B0C2-39C0-74DB4F31D91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6479997" cy="32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1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Zhangliang CHEN</dc:creator>
  <cp:lastModifiedBy>Zhangliang CHEN</cp:lastModifiedBy>
  <cp:revision>1</cp:revision>
  <dcterms:created xsi:type="dcterms:W3CDTF">2026-10-02T05:46:36Z</dcterms:created>
  <dcterms:modified xsi:type="dcterms:W3CDTF">2026-10-02T05:46:36Z</dcterms:modified>
</cp:coreProperties>
</file>